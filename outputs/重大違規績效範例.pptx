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  <p:sldMasterId id="2147483713" r:id="rId2"/>
    <p:sldMasterId id="2147483727" r:id="rId3"/>
    <p:sldMasterId id="2147483729" r:id="rId4"/>
    <p:sldMasterId id="2147483731" r:id="rId5"/>
    <p:sldMasterId id="2147483732" r:id="rId6"/>
  </p:sldMasterIdLst>
  <p:notesMasterIdLst>
    <p:notesMasterId r:id="rId8"/>
  </p:notesMasterIdLst>
  <p:handoutMasterIdLst>
    <p:handoutMasterId r:id="rId9"/>
  </p:handoutMasterIdLst>
  <p:sldIdLst>
    <p:sldId id="15715418" r:id="rId7"/>
  </p:sldIdLst>
  <p:sldSz cx="9144000" cy="6858000" type="screen4x3"/>
  <p:notesSz cx="6797675" cy="9928225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曾國瑄" initials="曾國瑄" lastIdx="0" clrIdx="0">
    <p:extLst>
      <p:ext uri="{19B8F6BF-5375-455C-9EA6-DF929625EA0E}">
        <p15:presenceInfo xmlns:p15="http://schemas.microsoft.com/office/powerpoint/2012/main" userId="S-1-5-21-3320862074-4066509779-3829889756-28698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CBCCFF"/>
    <a:srgbClr val="FF5050"/>
    <a:srgbClr val="FFCC00"/>
    <a:srgbClr val="003399"/>
    <a:srgbClr val="000099"/>
    <a:srgbClr val="663300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EBBBCC-DAD2-459C-BE2E-F6DE35CF9A28}" styleName="深色樣式 2 - 輔色 3/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深色樣式 2 - 輔色 5/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63" autoAdjust="0"/>
    <p:restoredTop sz="89697" autoAdjust="0"/>
  </p:normalViewPr>
  <p:slideViewPr>
    <p:cSldViewPr>
      <p:cViewPr varScale="1">
        <p:scale>
          <a:sx n="117" d="100"/>
          <a:sy n="117" d="100"/>
        </p:scale>
        <p:origin x="1624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3D7F6E-F9C9-4A9A-A2E9-964E20417403}" type="doc">
      <dgm:prSet loTypeId="urn:microsoft.com/office/officeart/2005/8/layout/chevron1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TW" altLang="en-US"/>
        </a:p>
      </dgm:t>
    </dgm:pt>
    <dgm:pt modelId="{4484B77D-41CC-4251-9917-0D6AFCC8D3B3}">
      <dgm:prSet phldrT="[文字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zh-TW" altLang="en-US"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貳、拖吊場拍賣</a:t>
          </a:r>
        </a:p>
      </dgm:t>
    </dgm:pt>
    <dgm:pt modelId="{478AA874-D5B5-4CC4-86BD-08AD9105187B}" type="parTrans" cxnId="{5834DD85-54E8-411C-A57B-F41DD26C9ED2}">
      <dgm:prSet/>
      <dgm:spPr/>
      <dgm:t>
        <a:bodyPr/>
        <a:lstStyle/>
        <a:p>
          <a:endParaRPr lang="zh-TW" altLang="en-US"/>
        </a:p>
      </dgm:t>
    </dgm:pt>
    <dgm:pt modelId="{EA93F201-14C9-4D1F-ACD8-08AEB9A25D07}" type="sibTrans" cxnId="{5834DD85-54E8-411C-A57B-F41DD26C9ED2}">
      <dgm:prSet/>
      <dgm:spPr/>
      <dgm:t>
        <a:bodyPr/>
        <a:lstStyle/>
        <a:p>
          <a:endParaRPr lang="zh-TW" altLang="en-US"/>
        </a:p>
      </dgm:t>
    </dgm:pt>
    <dgm:pt modelId="{D61705E0-6A88-4391-8C1E-A60D5889113A}">
      <dgm:prSet phldrT="[文字]" custT="1"/>
      <dgm:spPr>
        <a:solidFill>
          <a:schemeClr val="accent1"/>
        </a:solidFill>
      </dgm:spPr>
      <dgm:t>
        <a:bodyPr/>
        <a:lstStyle/>
        <a:p>
          <a:r>
            <a:rPr lang="zh-TW" altLang="en-US"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壹、績效檢討</a:t>
          </a:r>
        </a:p>
      </dgm:t>
    </dgm:pt>
    <dgm:pt modelId="{2D01FD1D-A6B2-4B9E-891A-A7EE2734118E}" type="sibTrans" cxnId="{C81031A9-BD3A-4D06-ABCB-4C2525EB145B}">
      <dgm:prSet/>
      <dgm:spPr/>
      <dgm:t>
        <a:bodyPr/>
        <a:lstStyle/>
        <a:p>
          <a:endParaRPr lang="zh-TW" altLang="en-US"/>
        </a:p>
      </dgm:t>
    </dgm:pt>
    <dgm:pt modelId="{D6D92664-6F0E-43A7-B20A-473776FE7C30}" type="parTrans" cxnId="{C81031A9-BD3A-4D06-ABCB-4C2525EB145B}">
      <dgm:prSet/>
      <dgm:spPr/>
      <dgm:t>
        <a:bodyPr/>
        <a:lstStyle/>
        <a:p>
          <a:endParaRPr lang="zh-TW" altLang="en-US"/>
        </a:p>
      </dgm:t>
    </dgm:pt>
    <dgm:pt modelId="{4014E063-2E9F-4F3C-AA42-235A504E16E2}">
      <dgm:prSet phldrT="[文字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zh-TW" altLang="en-US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參、</a:t>
          </a:r>
          <a:r>
            <a:rPr lang="en-US" altLang="zh-TW" sz="1400" b="1" dirty="0">
              <a:solidFill>
                <a:schemeClr val="tx1"/>
              </a:solidFill>
              <a:latin typeface="Microsoft YaHei" pitchFamily="34" charset="-122"/>
              <a:ea typeface="Microsoft YaHei" pitchFamily="34" charset="-122"/>
            </a:rPr>
            <a:t>A1</a:t>
          </a:r>
          <a:r>
            <a:rPr lang="zh-TW" altLang="en-US" sz="1400" b="1" dirty="0">
              <a:solidFill>
                <a:schemeClr val="tx1"/>
              </a:solidFill>
              <a:latin typeface="Microsoft YaHei" pitchFamily="34" charset="-122"/>
              <a:ea typeface="Microsoft YaHei" pitchFamily="34" charset="-122"/>
            </a:rPr>
            <a:t>事故分析與策進作為</a:t>
          </a:r>
          <a:endParaRPr lang="zh-TW" altLang="en-US" sz="14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  <a:cs typeface="+mn-cs"/>
          </a:endParaRPr>
        </a:p>
      </dgm:t>
    </dgm:pt>
    <dgm:pt modelId="{F3582DCD-6347-477F-87E0-2F18DEA532BC}" type="parTrans" cxnId="{207C4739-288C-44A6-AAB9-3EADC15DDAB0}">
      <dgm:prSet/>
      <dgm:spPr/>
      <dgm:t>
        <a:bodyPr/>
        <a:lstStyle/>
        <a:p>
          <a:endParaRPr lang="zh-TW" altLang="en-US"/>
        </a:p>
      </dgm:t>
    </dgm:pt>
    <dgm:pt modelId="{9AA9C1CC-1967-4EEC-A613-EB3B67A89CF1}" type="sibTrans" cxnId="{207C4739-288C-44A6-AAB9-3EADC15DDAB0}">
      <dgm:prSet/>
      <dgm:spPr/>
      <dgm:t>
        <a:bodyPr/>
        <a:lstStyle/>
        <a:p>
          <a:endParaRPr lang="zh-TW" altLang="en-US"/>
        </a:p>
      </dgm:t>
    </dgm:pt>
    <dgm:pt modelId="{A8BA8B0D-3D79-4D67-9C88-1C5A5D373773}" type="pres">
      <dgm:prSet presAssocID="{9C3D7F6E-F9C9-4A9A-A2E9-964E20417403}" presName="Name0" presStyleCnt="0">
        <dgm:presLayoutVars>
          <dgm:dir/>
          <dgm:animLvl val="lvl"/>
          <dgm:resizeHandles val="exact"/>
        </dgm:presLayoutVars>
      </dgm:prSet>
      <dgm:spPr/>
    </dgm:pt>
    <dgm:pt modelId="{5CA9FB17-4922-4569-9F49-7DD8C13053AC}" type="pres">
      <dgm:prSet presAssocID="{D61705E0-6A88-4391-8C1E-A60D5889113A}" presName="parTxOnly" presStyleLbl="node1" presStyleIdx="0" presStyleCnt="3" custScaleX="96789" custLinFactNeighborX="-1673" custLinFactNeighborY="-9008">
        <dgm:presLayoutVars>
          <dgm:chMax val="0"/>
          <dgm:chPref val="0"/>
          <dgm:bulletEnabled val="1"/>
        </dgm:presLayoutVars>
      </dgm:prSet>
      <dgm:spPr/>
    </dgm:pt>
    <dgm:pt modelId="{859F6428-07F9-4970-B138-C760F56A8CC7}" type="pres">
      <dgm:prSet presAssocID="{2D01FD1D-A6B2-4B9E-891A-A7EE2734118E}" presName="parTxOnlySpace" presStyleCnt="0"/>
      <dgm:spPr/>
    </dgm:pt>
    <dgm:pt modelId="{4D4FA2BD-CC96-4461-ADF5-6ED919A82638}" type="pres">
      <dgm:prSet presAssocID="{4484B77D-41CC-4251-9917-0D6AFCC8D3B3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AC288D0D-B5B1-4051-9C78-6BDB6D628E38}" type="pres">
      <dgm:prSet presAssocID="{EA93F201-14C9-4D1F-ACD8-08AEB9A25D07}" presName="parTxOnlySpace" presStyleCnt="0"/>
      <dgm:spPr/>
    </dgm:pt>
    <dgm:pt modelId="{3D4F40D0-7B57-403E-8FF0-7DB9863EB381}" type="pres">
      <dgm:prSet presAssocID="{4014E063-2E9F-4F3C-AA42-235A504E16E2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207C4739-288C-44A6-AAB9-3EADC15DDAB0}" srcId="{9C3D7F6E-F9C9-4A9A-A2E9-964E20417403}" destId="{4014E063-2E9F-4F3C-AA42-235A504E16E2}" srcOrd="2" destOrd="0" parTransId="{F3582DCD-6347-477F-87E0-2F18DEA532BC}" sibTransId="{9AA9C1CC-1967-4EEC-A613-EB3B67A89CF1}"/>
    <dgm:cxn modelId="{01277260-3B94-4AA8-98C2-7211A26A5564}" type="presOf" srcId="{D61705E0-6A88-4391-8C1E-A60D5889113A}" destId="{5CA9FB17-4922-4569-9F49-7DD8C13053AC}" srcOrd="0" destOrd="0" presId="urn:microsoft.com/office/officeart/2005/8/layout/chevron1"/>
    <dgm:cxn modelId="{5834DD85-54E8-411C-A57B-F41DD26C9ED2}" srcId="{9C3D7F6E-F9C9-4A9A-A2E9-964E20417403}" destId="{4484B77D-41CC-4251-9917-0D6AFCC8D3B3}" srcOrd="1" destOrd="0" parTransId="{478AA874-D5B5-4CC4-86BD-08AD9105187B}" sibTransId="{EA93F201-14C9-4D1F-ACD8-08AEB9A25D07}"/>
    <dgm:cxn modelId="{7713029B-5A4D-4838-9A77-8B7B7BBDE344}" type="presOf" srcId="{4484B77D-41CC-4251-9917-0D6AFCC8D3B3}" destId="{4D4FA2BD-CC96-4461-ADF5-6ED919A82638}" srcOrd="0" destOrd="0" presId="urn:microsoft.com/office/officeart/2005/8/layout/chevron1"/>
    <dgm:cxn modelId="{7D97F79F-187A-4BC4-95C4-BC3B19EAE940}" type="presOf" srcId="{9C3D7F6E-F9C9-4A9A-A2E9-964E20417403}" destId="{A8BA8B0D-3D79-4D67-9C88-1C5A5D373773}" srcOrd="0" destOrd="0" presId="urn:microsoft.com/office/officeart/2005/8/layout/chevron1"/>
    <dgm:cxn modelId="{D46431A4-F28C-4D5F-B4A1-F911C30BCF1F}" type="presOf" srcId="{4014E063-2E9F-4F3C-AA42-235A504E16E2}" destId="{3D4F40D0-7B57-403E-8FF0-7DB9863EB381}" srcOrd="0" destOrd="0" presId="urn:microsoft.com/office/officeart/2005/8/layout/chevron1"/>
    <dgm:cxn modelId="{C81031A9-BD3A-4D06-ABCB-4C2525EB145B}" srcId="{9C3D7F6E-F9C9-4A9A-A2E9-964E20417403}" destId="{D61705E0-6A88-4391-8C1E-A60D5889113A}" srcOrd="0" destOrd="0" parTransId="{D6D92664-6F0E-43A7-B20A-473776FE7C30}" sibTransId="{2D01FD1D-A6B2-4B9E-891A-A7EE2734118E}"/>
    <dgm:cxn modelId="{D924D1CE-B41B-4B4A-9BE2-DC1A9BEB60E7}" type="presParOf" srcId="{A8BA8B0D-3D79-4D67-9C88-1C5A5D373773}" destId="{5CA9FB17-4922-4569-9F49-7DD8C13053AC}" srcOrd="0" destOrd="0" presId="urn:microsoft.com/office/officeart/2005/8/layout/chevron1"/>
    <dgm:cxn modelId="{73EBAD97-6BC4-47AC-AD8E-0C0427F20A82}" type="presParOf" srcId="{A8BA8B0D-3D79-4D67-9C88-1C5A5D373773}" destId="{859F6428-07F9-4970-B138-C760F56A8CC7}" srcOrd="1" destOrd="0" presId="urn:microsoft.com/office/officeart/2005/8/layout/chevron1"/>
    <dgm:cxn modelId="{D40927AD-4FC0-45EF-B9E4-54F0555D3B69}" type="presParOf" srcId="{A8BA8B0D-3D79-4D67-9C88-1C5A5D373773}" destId="{4D4FA2BD-CC96-4461-ADF5-6ED919A82638}" srcOrd="2" destOrd="0" presId="urn:microsoft.com/office/officeart/2005/8/layout/chevron1"/>
    <dgm:cxn modelId="{CA0E87BA-77B2-44BB-B0AE-DACEA65656AE}" type="presParOf" srcId="{A8BA8B0D-3D79-4D67-9C88-1C5A5D373773}" destId="{AC288D0D-B5B1-4051-9C78-6BDB6D628E38}" srcOrd="3" destOrd="0" presId="urn:microsoft.com/office/officeart/2005/8/layout/chevron1"/>
    <dgm:cxn modelId="{18EF4938-83F3-4FFE-873A-A22C501AE379}" type="presParOf" srcId="{A8BA8B0D-3D79-4D67-9C88-1C5A5D373773}" destId="{3D4F40D0-7B57-403E-8FF0-7DB9863EB38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A9FB17-4922-4569-9F49-7DD8C13053AC}">
      <dsp:nvSpPr>
        <dsp:cNvPr id="0" name=""/>
        <dsp:cNvSpPr/>
      </dsp:nvSpPr>
      <dsp:spPr>
        <a:xfrm>
          <a:off x="123" y="0"/>
          <a:ext cx="3124627" cy="414795"/>
        </a:xfrm>
        <a:prstGeom prst="chevron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壹、績效檢討</a:t>
          </a:r>
        </a:p>
      </dsp:txBody>
      <dsp:txXfrm>
        <a:off x="207521" y="0"/>
        <a:ext cx="2709832" cy="414795"/>
      </dsp:txXfrm>
    </dsp:sp>
    <dsp:sp modelId="{4D4FA2BD-CC96-4461-ADF5-6ED919A82638}">
      <dsp:nvSpPr>
        <dsp:cNvPr id="0" name=""/>
        <dsp:cNvSpPr/>
      </dsp:nvSpPr>
      <dsp:spPr>
        <a:xfrm>
          <a:off x="2807323" y="0"/>
          <a:ext cx="3228288" cy="414795"/>
        </a:xfrm>
        <a:prstGeom prst="chevron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貳、拖吊場拍賣</a:t>
          </a:r>
        </a:p>
      </dsp:txBody>
      <dsp:txXfrm>
        <a:off x="3014721" y="0"/>
        <a:ext cx="2813493" cy="414795"/>
      </dsp:txXfrm>
    </dsp:sp>
    <dsp:sp modelId="{3D4F40D0-7B57-403E-8FF0-7DB9863EB381}">
      <dsp:nvSpPr>
        <dsp:cNvPr id="0" name=""/>
        <dsp:cNvSpPr/>
      </dsp:nvSpPr>
      <dsp:spPr>
        <a:xfrm>
          <a:off x="5712783" y="0"/>
          <a:ext cx="3228288" cy="414795"/>
        </a:xfrm>
        <a:prstGeom prst="chevron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參、</a:t>
          </a:r>
          <a:r>
            <a:rPr lang="en-US" altLang="zh-TW" sz="1400" b="1" kern="1200" dirty="0">
              <a:solidFill>
                <a:schemeClr val="tx1"/>
              </a:solidFill>
              <a:latin typeface="Microsoft YaHei" pitchFamily="34" charset="-122"/>
              <a:ea typeface="Microsoft YaHei" pitchFamily="34" charset="-122"/>
            </a:rPr>
            <a:t>A1</a:t>
          </a:r>
          <a:r>
            <a:rPr lang="zh-TW" altLang="en-US" sz="1400" b="1" kern="1200" dirty="0">
              <a:solidFill>
                <a:schemeClr val="tx1"/>
              </a:solidFill>
              <a:latin typeface="Microsoft YaHei" pitchFamily="34" charset="-122"/>
              <a:ea typeface="Microsoft YaHei" pitchFamily="34" charset="-122"/>
            </a:rPr>
            <a:t>事故分析與策進作為</a:t>
          </a:r>
          <a:endParaRPr lang="zh-TW" altLang="en-US" sz="14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  <a:cs typeface="+mn-cs"/>
          </a:endParaRPr>
        </a:p>
      </dsp:txBody>
      <dsp:txXfrm>
        <a:off x="5920181" y="0"/>
        <a:ext cx="2813493" cy="4147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327D7-950A-469C-A0FA-029348FBD635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62DA23-188C-4418-B698-31A4A1306A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28268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6"/>
            <a:ext cx="2946400" cy="496889"/>
          </a:xfrm>
          <a:prstGeom prst="rect">
            <a:avLst/>
          </a:prstGeom>
        </p:spPr>
        <p:txBody>
          <a:bodyPr vert="horz" lIns="91420" tIns="45711" rIns="91420" bIns="45711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49688" y="6"/>
            <a:ext cx="2946400" cy="496889"/>
          </a:xfrm>
          <a:prstGeom prst="rect">
            <a:avLst/>
          </a:prstGeom>
        </p:spPr>
        <p:txBody>
          <a:bodyPr vert="horz" lIns="91420" tIns="45711" rIns="91420" bIns="45711" rtlCol="0"/>
          <a:lstStyle>
            <a:lvl1pPr algn="r">
              <a:defRPr sz="1200"/>
            </a:lvl1pPr>
          </a:lstStyle>
          <a:p>
            <a:fld id="{0873038A-83D9-4EA7-8AFA-04ADA64FE9BF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0" tIns="45711" rIns="91420" bIns="45711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458" y="4716470"/>
            <a:ext cx="5438774" cy="4467226"/>
          </a:xfrm>
          <a:prstGeom prst="rect">
            <a:avLst/>
          </a:prstGeom>
        </p:spPr>
        <p:txBody>
          <a:bodyPr vert="horz" lIns="91420" tIns="45711" rIns="91420" bIns="45711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9756"/>
            <a:ext cx="2946400" cy="496889"/>
          </a:xfrm>
          <a:prstGeom prst="rect">
            <a:avLst/>
          </a:prstGeom>
        </p:spPr>
        <p:txBody>
          <a:bodyPr vert="horz" lIns="91420" tIns="45711" rIns="91420" bIns="45711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49688" y="9429756"/>
            <a:ext cx="2946400" cy="496889"/>
          </a:xfrm>
          <a:prstGeom prst="rect">
            <a:avLst/>
          </a:prstGeom>
        </p:spPr>
        <p:txBody>
          <a:bodyPr vert="horz" lIns="91420" tIns="45711" rIns="91420" bIns="45711" rtlCol="0" anchor="b"/>
          <a:lstStyle>
            <a:lvl1pPr algn="r">
              <a:defRPr sz="1200"/>
            </a:lvl1pPr>
          </a:lstStyle>
          <a:p>
            <a:fld id="{BB062DE6-921C-49A0-900A-3CF362795D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2365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543" y="296655"/>
            <a:ext cx="8229601" cy="972107"/>
          </a:xfrm>
        </p:spPr>
        <p:txBody>
          <a:bodyPr>
            <a:normAutofit/>
          </a:bodyPr>
          <a:lstStyle>
            <a:lvl1pPr>
              <a:defRPr kumimoji="1" lang="zh-TW" altLang="en-US" sz="2550" b="0" kern="1200" cap="none" spc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12777"/>
            <a:ext cx="8229600" cy="4896544"/>
          </a:xfrm>
        </p:spPr>
        <p:txBody>
          <a:bodyPr/>
          <a:lstStyle>
            <a:lvl1pPr>
              <a:defRPr kumimoji="1" lang="zh-TW" altLang="en-US" sz="2025" b="0" kern="1200" cap="none" spc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defRPr>
            </a:lvl1pPr>
            <a:lvl2pPr>
              <a:defRPr kumimoji="1" lang="zh-TW" altLang="en-US" sz="2025" b="0" kern="1200" cap="none" spc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defRPr>
            </a:lvl2pPr>
            <a:lvl3pPr>
              <a:defRPr kumimoji="1" lang="zh-TW" altLang="en-US" sz="2025" b="0" kern="1200" cap="none" spc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defRPr>
            </a:lvl3pPr>
            <a:lvl4pPr>
              <a:defRPr kumimoji="1" lang="zh-TW" altLang="en-US" sz="2025" b="0" kern="1200" cap="none" spc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defRPr>
            </a:lvl4pPr>
            <a:lvl5pPr>
              <a:defRPr kumimoji="1" lang="zh-TW" altLang="en-US" sz="2025" b="0" kern="1200" cap="none" spc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871791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088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0" y="3404"/>
            <a:ext cx="9165365" cy="6857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78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D20A-2ABD-435D-A5C8-327B9A3060D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7753-DA6F-4695-AE89-006A8DC7168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1046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D20A-2ABD-435D-A5C8-327B9A3060D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7753-DA6F-4695-AE89-006A8DC7168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399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D20A-2ABD-435D-A5C8-327B9A3060D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7753-DA6F-4695-AE89-006A8DC7168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01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D20A-2ABD-435D-A5C8-327B9A3060D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7753-DA6F-4695-AE89-006A8DC7168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50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D20A-2ABD-435D-A5C8-327B9A3060D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7753-DA6F-4695-AE89-006A8DC7168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049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D20A-2ABD-435D-A5C8-327B9A3060D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7753-DA6F-4695-AE89-006A8DC7168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514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D20A-2ABD-435D-A5C8-327B9A3060D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7753-DA6F-4695-AE89-006A8DC7168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4847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D20A-2ABD-435D-A5C8-327B9A3060D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7753-DA6F-4695-AE89-006A8DC7168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548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D20A-2ABD-435D-A5C8-327B9A3060D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7753-DA6F-4695-AE89-006A8DC7168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5601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D20A-2ABD-435D-A5C8-327B9A3060D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7753-DA6F-4695-AE89-006A8DC7168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9822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D20A-2ABD-435D-A5C8-327B9A3060D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7753-DA6F-4695-AE89-006A8DC7168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8304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5306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556" y="1484784"/>
            <a:ext cx="8235537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543" y="188934"/>
            <a:ext cx="8229601" cy="9721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6" name="文字方塊 5"/>
          <p:cNvSpPr txBox="1"/>
          <p:nvPr userDrawn="1"/>
        </p:nvSpPr>
        <p:spPr>
          <a:xfrm>
            <a:off x="3707904" y="6507337"/>
            <a:ext cx="172819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3041F4FC-3B41-4BAA-81BB-5B6275365D34}" type="slidenum">
              <a:rPr kumimoji="0" lang="zh-TW" altLang="en-US" sz="1350" smtClean="0">
                <a:solidFill>
                  <a:prstClr val="black"/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 sz="1350" dirty="0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2608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rtl="0" eaLnBrk="0" fontAlgn="base" hangingPunct="0">
        <a:spcBef>
          <a:spcPct val="20000"/>
        </a:spcBef>
        <a:spcAft>
          <a:spcPct val="0"/>
        </a:spcAft>
        <a:buNone/>
        <a:defRPr kumimoji="1" sz="2100">
          <a:solidFill>
            <a:schemeClr val="tx1"/>
          </a:solidFill>
          <a:latin typeface="+mn-lt"/>
          <a:ea typeface="+mn-ea"/>
        </a:defRPr>
      </a:lvl2pPr>
      <a:lvl3pPr marL="685800" indent="0" algn="l" rtl="0" eaLnBrk="0" fontAlgn="base" hangingPunct="0">
        <a:spcBef>
          <a:spcPct val="20000"/>
        </a:spcBef>
        <a:spcAft>
          <a:spcPct val="0"/>
        </a:spcAft>
        <a:buNone/>
        <a:defRPr kumimoji="1" sz="1800">
          <a:solidFill>
            <a:schemeClr val="tx1"/>
          </a:solidFill>
          <a:latin typeface="+mn-lt"/>
          <a:ea typeface="+mn-ea"/>
        </a:defRPr>
      </a:lvl3pPr>
      <a:lvl4pPr marL="1028700" indent="0" algn="l" rtl="0" eaLnBrk="0" fontAlgn="base" hangingPunct="0">
        <a:spcBef>
          <a:spcPct val="20000"/>
        </a:spcBef>
        <a:spcAft>
          <a:spcPct val="0"/>
        </a:spcAft>
        <a:buNone/>
        <a:defRPr kumimoji="1" sz="1500">
          <a:solidFill>
            <a:schemeClr val="tx1"/>
          </a:solidFill>
          <a:latin typeface="+mn-lt"/>
          <a:ea typeface="+mn-ea"/>
        </a:defRPr>
      </a:lvl4pPr>
      <a:lvl5pPr marL="1371600" indent="0" algn="l" rtl="0" eaLnBrk="0" fontAlgn="base" hangingPunct="0">
        <a:spcBef>
          <a:spcPct val="20000"/>
        </a:spcBef>
        <a:spcAft>
          <a:spcPct val="0"/>
        </a:spcAft>
        <a:buNone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Blip>
          <a:blip r:embed="rId6"/>
        </a:buBlip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Blip>
          <a:blip r:embed="rId6"/>
        </a:buBlip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Blip>
          <a:blip r:embed="rId6"/>
        </a:buBlip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Blip>
          <a:blip r:embed="rId6"/>
        </a:buBlip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78D20A-2ABD-435D-A5C8-327B9A3060D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67753-DA6F-4695-AE89-006A8DC7168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6578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6752A-2D21-43FF-89C5-0F271582C1A9}" type="datetime1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F1C8CD1E-C0AC-407A-8ED4-15814CBCC3E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655856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2" y="0"/>
            <a:ext cx="9134829" cy="6858000"/>
          </a:xfrm>
          <a:prstGeom prst="rect">
            <a:avLst/>
          </a:prstGeom>
        </p:spPr>
      </p:pic>
      <p:sp>
        <p:nvSpPr>
          <p:cNvPr id="145306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556" y="1484784"/>
            <a:ext cx="8235537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543" y="188934"/>
            <a:ext cx="8229601" cy="9721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6" name="文字方塊 5"/>
          <p:cNvSpPr txBox="1"/>
          <p:nvPr userDrawn="1"/>
        </p:nvSpPr>
        <p:spPr>
          <a:xfrm>
            <a:off x="3707904" y="6507337"/>
            <a:ext cx="172819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3041F4FC-3B41-4BAA-81BB-5B6275365D34}" type="slidenum">
              <a:rPr kumimoji="0" lang="zh-TW" altLang="en-US" sz="1350" smtClean="0">
                <a:solidFill>
                  <a:prstClr val="black"/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 sz="1350" dirty="0">
              <a:solidFill>
                <a:prstClr val="black"/>
              </a:solidFill>
              <a:latin typeface="Calibri"/>
              <a:ea typeface="新細明體"/>
            </a:endParaRPr>
          </a:p>
        </p:txBody>
      </p:sp>
      <p:pic>
        <p:nvPicPr>
          <p:cNvPr id="4" name="圖片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6287227"/>
            <a:ext cx="547238" cy="539531"/>
          </a:xfrm>
          <a:prstGeom prst="rect">
            <a:avLst/>
          </a:prstGeom>
        </p:spPr>
      </p:pic>
      <p:sp>
        <p:nvSpPr>
          <p:cNvPr id="5" name="文字方塊 4"/>
          <p:cNvSpPr txBox="1"/>
          <p:nvPr userDrawn="1"/>
        </p:nvSpPr>
        <p:spPr>
          <a:xfrm>
            <a:off x="7150380" y="6376533"/>
            <a:ext cx="2160614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25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新北市政府警察局土城分局</a:t>
            </a:r>
          </a:p>
        </p:txBody>
      </p:sp>
    </p:spTree>
    <p:extLst>
      <p:ext uri="{BB962C8B-B14F-4D97-AF65-F5344CB8AC3E}">
        <p14:creationId xmlns:p14="http://schemas.microsoft.com/office/powerpoint/2010/main" val="1123901631"/>
      </p:ext>
    </p:extLst>
  </p:cSld>
  <p:clrMap bg1="lt1" tx1="dk1" bg2="lt2" tx2="dk2" accent1="accent1" accent2="accent2" accent3="accent3" accent4="accent4" accent5="accent5" accent6="accent6" hlink="hlink" folHlink="folHlink"/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rtl="0" eaLnBrk="0" fontAlgn="base" hangingPunct="0">
        <a:spcBef>
          <a:spcPct val="20000"/>
        </a:spcBef>
        <a:spcAft>
          <a:spcPct val="0"/>
        </a:spcAft>
        <a:buNone/>
        <a:defRPr kumimoji="1" sz="2100">
          <a:solidFill>
            <a:schemeClr val="tx1"/>
          </a:solidFill>
          <a:latin typeface="+mn-lt"/>
          <a:ea typeface="+mn-ea"/>
        </a:defRPr>
      </a:lvl2pPr>
      <a:lvl3pPr marL="685800" indent="0" algn="l" rtl="0" eaLnBrk="0" fontAlgn="base" hangingPunct="0">
        <a:spcBef>
          <a:spcPct val="20000"/>
        </a:spcBef>
        <a:spcAft>
          <a:spcPct val="0"/>
        </a:spcAft>
        <a:buNone/>
        <a:defRPr kumimoji="1" sz="1800">
          <a:solidFill>
            <a:schemeClr val="tx1"/>
          </a:solidFill>
          <a:latin typeface="+mn-lt"/>
          <a:ea typeface="+mn-ea"/>
        </a:defRPr>
      </a:lvl3pPr>
      <a:lvl4pPr marL="1028700" indent="0" algn="l" rtl="0" eaLnBrk="0" fontAlgn="base" hangingPunct="0">
        <a:spcBef>
          <a:spcPct val="20000"/>
        </a:spcBef>
        <a:spcAft>
          <a:spcPct val="0"/>
        </a:spcAft>
        <a:buNone/>
        <a:defRPr kumimoji="1" sz="1500">
          <a:solidFill>
            <a:schemeClr val="tx1"/>
          </a:solidFill>
          <a:latin typeface="+mn-lt"/>
          <a:ea typeface="+mn-ea"/>
        </a:defRPr>
      </a:lvl4pPr>
      <a:lvl5pPr marL="1371600" indent="0" algn="l" rtl="0" eaLnBrk="0" fontAlgn="base" hangingPunct="0">
        <a:spcBef>
          <a:spcPct val="20000"/>
        </a:spcBef>
        <a:spcAft>
          <a:spcPct val="0"/>
        </a:spcAft>
        <a:buNone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Blip>
          <a:blip r:embed="rId4"/>
        </a:buBlip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Blip>
          <a:blip r:embed="rId4"/>
        </a:buBlip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Blip>
          <a:blip r:embed="rId4"/>
        </a:buBlip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Blip>
          <a:blip r:embed="rId4"/>
        </a:buBlip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919423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F1C8CD1E-C0AC-407A-8ED4-15814CBCC3E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75361422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7" y="365760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7" y="1828803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945AB5A-8E6F-49DD-BD81-9DAF71C4A4B5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14C81-BE6E-4C9D-869D-B5AB15501E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4218649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685817" rtl="0" eaLnBrk="1" latinLnBrk="0" hangingPunct="1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5" indent="-171455" algn="l" defTabSz="685817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63" indent="-171455" algn="l" defTabSz="685817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71" indent="-171455" algn="l" defTabSz="685817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80" indent="-171455" algn="l" defTabSz="685817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89" indent="-171455" algn="l" defTabSz="685817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97" indent="-171455" algn="l" defTabSz="685817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906" indent="-171455" algn="l" defTabSz="685817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815" indent="-171455" algn="l" defTabSz="685817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723" indent="-171455" algn="l" defTabSz="685817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9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7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6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5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43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2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60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68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1A2A66-1D5A-E8CC-CABA-AEDF8C97828C}"/>
              </a:ext>
            </a:extLst>
          </p:cNvPr>
          <p:cNvSpPr txBox="1">
            <a:spLocks/>
          </p:cNvSpPr>
          <p:nvPr/>
        </p:nvSpPr>
        <p:spPr>
          <a:xfrm>
            <a:off x="0" y="692696"/>
            <a:ext cx="6048672" cy="6133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t>一、重大交通違規績效(2026-08-01 至 2026-08-09)</a:t>
            </a:r>
          </a:p>
        </p:txBody>
      </p:sp>
      <p:sp>
        <p:nvSpPr>
          <p:cNvPr id="6" name="投影片編號版面配置區 3">
            <a:extLst>
              <a:ext uri="{FF2B5EF4-FFF2-40B4-BE49-F238E27FC236}">
                <a16:creationId xmlns:a16="http://schemas.microsoft.com/office/drawing/2014/main" id="{5CE3AA18-EC82-8B89-B651-DF3D66AD9AE0}"/>
              </a:ext>
            </a:extLst>
          </p:cNvPr>
          <p:cNvSpPr txBox="1">
            <a:spLocks noGrp="1"/>
          </p:cNvSpPr>
          <p:nvPr/>
        </p:nvSpPr>
        <p:spPr bwMode="auto">
          <a:xfrm>
            <a:off x="3433191" y="6642658"/>
            <a:ext cx="21336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96FD27-7B10-4C46-990F-21DF12786565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graphicFrame>
        <p:nvGraphicFramePr>
          <p:cNvPr id="3" name="資料庫圖表 2">
            <a:extLst>
              <a:ext uri="{FF2B5EF4-FFF2-40B4-BE49-F238E27FC236}">
                <a16:creationId xmlns:a16="http://schemas.microsoft.com/office/drawing/2014/main" id="{6F1C6370-416D-086A-8777-FC3FCAF0D3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77204"/>
              </p:ext>
            </p:extLst>
          </p:nvPr>
        </p:nvGraphicFramePr>
        <p:xfrm>
          <a:off x="17892" y="233271"/>
          <a:ext cx="8946596" cy="4147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942" y="1124743"/>
            <a:ext cx="7640116" cy="5595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249462"/>
      </p:ext>
    </p:extLst>
  </p:cSld>
  <p:clrMapOvr>
    <a:masterClrMapping/>
  </p:clrMapOvr>
</p:sld>
</file>

<file path=ppt/theme/theme1.xml><?xml version="1.0" encoding="utf-8"?>
<a:theme xmlns:a="http://schemas.openxmlformats.org/drawingml/2006/main" name="1_簡報範本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簡報範本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簡報範本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範本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範本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範本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範本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範本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範本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範本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範本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範本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範本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範本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範本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66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2013 - 2022 主題">
  <a:themeElements>
    <a:clrScheme name="Office 2013 - 2022 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1_簡報範本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簡報範本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簡報範本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範本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範本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範本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範本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範本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範本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範本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範本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範本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範本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範本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範本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66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38618</TotalTime>
  <Words>27</Words>
  <Application>Microsoft Macintosh PowerPoint</Application>
  <PresentationFormat>如螢幕大小 (4:3)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6</vt:i4>
      </vt:variant>
      <vt:variant>
        <vt:lpstr>投影片標題</vt:lpstr>
      </vt:variant>
      <vt:variant>
        <vt:i4>1</vt:i4>
      </vt:variant>
    </vt:vector>
  </HeadingPairs>
  <TitlesOfParts>
    <vt:vector size="14" baseType="lpstr">
      <vt:lpstr>微軟正黑體</vt:lpstr>
      <vt:lpstr>標楷體</vt:lpstr>
      <vt:lpstr>Microsoft YaHei</vt:lpstr>
      <vt:lpstr>Arial</vt:lpstr>
      <vt:lpstr>Calibri</vt:lpstr>
      <vt:lpstr>Calibri Light</vt:lpstr>
      <vt:lpstr>Wingdings 2</vt:lpstr>
      <vt:lpstr>1_簡報範本</vt:lpstr>
      <vt:lpstr>Office 2013 - 2022 主題</vt:lpstr>
      <vt:lpstr>2_自訂設計</vt:lpstr>
      <vt:lpstr>41_簡報範本</vt:lpstr>
      <vt:lpstr>自訂設計</vt:lpstr>
      <vt:lpstr>HDOfficeLightV0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C4056 吳明珠</cp:lastModifiedBy>
  <cp:revision>3014</cp:revision>
  <cp:lastPrinted>2024-04-03T08:12:59Z</cp:lastPrinted>
  <dcterms:created xsi:type="dcterms:W3CDTF">2016-06-24T03:25:25Z</dcterms:created>
  <dcterms:modified xsi:type="dcterms:W3CDTF">2026-08-12T00:57:04Z</dcterms:modified>
</cp:coreProperties>
</file>