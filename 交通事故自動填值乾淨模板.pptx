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8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graphics/data1.xml" ContentType="application/vnd.openxmlformats-officedocument.drawingml.diagramData+xml"/>
  <Override PartName="/ppt/graphics/layout1.xml" ContentType="application/vnd.openxmlformats-officedocument.drawingml.diagramLayou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graphics/data2.xml" ContentType="application/vnd.openxmlformats-officedocument.drawingml.diagramData+xml"/>
  <Override PartName="/ppt/graphics/layout2.xml" ContentType="application/vnd.openxmlformats-officedocument.drawingml.diagramLayou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3.xml" ContentType="application/vnd.openxmlformats-officedocument.drawingml.chart+xml"/>
  <Override PartName="/ppt/graphics/data3.xml" ContentType="application/vnd.openxmlformats-officedocument.drawingml.diagramData+xml"/>
  <Override PartName="/ppt/graphics/layout3.xml" ContentType="application/vnd.openxmlformats-officedocument.drawingml.diagramLayou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graphics/data4.xml" ContentType="application/vnd.openxmlformats-officedocument.drawingml.diagramData+xml"/>
  <Override PartName="/ppt/graphics/layout4.xml" ContentType="application/vnd.openxmlformats-officedocument.drawingml.diagramLayou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6.xml" ContentType="application/vnd.openxmlformats-officedocument.drawingml.chart+xml"/>
  <Override PartName="/ppt/graphics/data5.xml" ContentType="application/vnd.openxmlformats-officedocument.drawingml.diagramData+xml"/>
  <Override PartName="/ppt/graphics/layout5.xml" ContentType="application/vnd.openxmlformats-officedocument.drawingml.diagramLayout+xml"/>
  <Override PartName="/ppt/slides/charts/chart7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graphics/data6.xml" ContentType="application/vnd.openxmlformats-officedocument.drawingml.diagramData+xml"/>
  <Override PartName="/ppt/graphics/layout6.xml" ContentType="application/vnd.openxmlformats-officedocument.drawingml.diagram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graphics/data7.xml" ContentType="application/vnd.openxmlformats-officedocument.drawingml.diagramData+xml"/>
  <Override PartName="/ppt/graphics/layout7.xml" ContentType="application/vnd.openxmlformats-officedocument.drawingml.diagramLayout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40a502bba54b77" /><Relationship Type="http://schemas.openxmlformats.org/officeDocument/2006/relationships/extended-properties" Target="/docProps/app.xml" Id="R6c457908e1614532" /><Relationship Type="http://schemas.openxmlformats.org/officeDocument/2006/relationships/officeDocument" Target="/ppt/presentation.xml" Id="Rc61337208fe54e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007b4b0e024a05"/>
    <p:sldMasterId xmlns:r="http://schemas.openxmlformats.org/officeDocument/2006/relationships" id="2147483652" r:id="Ra6fb82bfa07546c6"/>
    <p:sldMasterId xmlns:r="http://schemas.openxmlformats.org/officeDocument/2006/relationships" id="2147483655" r:id="Rebf699bc47f248fa"/>
    <p:sldMasterId xmlns:r="http://schemas.openxmlformats.org/officeDocument/2006/relationships" id="2147483656" r:id="R46d09bb4275e442f"/>
    <p:sldMasterId xmlns:r="http://schemas.openxmlformats.org/officeDocument/2006/relationships" id="2147483657" r:id="Rf4787c25032b44c1"/>
    <p:sldMasterId xmlns:r="http://schemas.openxmlformats.org/officeDocument/2006/relationships" id="2147483658" r:id="R35e54b6d131f4476"/>
  </p:sldMasterIdLst>
  <p:notesMasterIdLst>
    <p:notesMasterId xmlns:r="http://schemas.openxmlformats.org/officeDocument/2006/relationships" r:id="R111d6bf98cd44bde"/>
  </p:notesMasterIdLst>
  <p:sldIdLst>
    <p:sldId xmlns:r="http://schemas.openxmlformats.org/officeDocument/2006/relationships" id="256" r:id="Rfcf809463e624651"/>
    <p:sldId xmlns:r="http://schemas.openxmlformats.org/officeDocument/2006/relationships" id="257" r:id="R679a6aeff87d4fae"/>
    <p:sldId xmlns:r="http://schemas.openxmlformats.org/officeDocument/2006/relationships" id="258" r:id="Re6697e5bb88c40f9"/>
    <p:sldId xmlns:r="http://schemas.openxmlformats.org/officeDocument/2006/relationships" id="259" r:id="Rcde567ed4a9a41f4"/>
    <p:sldId xmlns:r="http://schemas.openxmlformats.org/officeDocument/2006/relationships" id="260" r:id="R8fd8c967687541ad"/>
    <p:sldId xmlns:r="http://schemas.openxmlformats.org/officeDocument/2006/relationships" id="261" r:id="R0a309a0b1b4847ec"/>
    <p:sldId xmlns:r="http://schemas.openxmlformats.org/officeDocument/2006/relationships" id="262" r:id="Rc4fc2def848243f0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FD0F851-EC5A-4D38-B0AD-8093EC10F338}" styleName="淺色樣式 1 - 輔色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淺色樣式 1 - 輔色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adf13ea3bd4d02" /><Relationship Type="http://schemas.openxmlformats.org/officeDocument/2006/relationships/slideMaster" Target="/ppt/slideMasters/slideMaster1.xml" Id="Ra4007b4b0e024a05" /><Relationship Type="http://schemas.openxmlformats.org/officeDocument/2006/relationships/slideMaster" Target="/ppt/slideMasters/slideMaster2.xml" Id="Ra6fb82bfa07546c6" /><Relationship Type="http://schemas.openxmlformats.org/officeDocument/2006/relationships/slideMaster" Target="/ppt/slideMasters/slideMaster3.xml" Id="Rebf699bc47f248fa" /><Relationship Type="http://schemas.openxmlformats.org/officeDocument/2006/relationships/slideMaster" Target="/ppt/slideMasters/slideMaster4.xml" Id="R46d09bb4275e442f" /><Relationship Type="http://schemas.openxmlformats.org/officeDocument/2006/relationships/slideMaster" Target="/ppt/slideMasters/slideMaster5.xml" Id="Rf4787c25032b44c1" /><Relationship Type="http://schemas.openxmlformats.org/officeDocument/2006/relationships/slideMaster" Target="/ppt/slideMasters/slideMaster6.xml" Id="R35e54b6d131f4476" /><Relationship Type="http://schemas.openxmlformats.org/officeDocument/2006/relationships/notesMaster" Target="/ppt/notesMasters/notesMaster1.xml" Id="R111d6bf98cd44bde" /><Relationship Type="http://schemas.openxmlformats.org/officeDocument/2006/relationships/presProps" Target="/ppt/presProps.xml" Id="Re5e15297aa6f4234" /><Relationship Type="http://schemas.openxmlformats.org/officeDocument/2006/relationships/viewProps" Target="/ppt/viewProps.xml" Id="Re0059e8575074dfe" /><Relationship Type="http://schemas.openxmlformats.org/officeDocument/2006/relationships/tableStyles" Target="/ppt/tableStyles.xml" Id="R57f37e60164a41d1" /><Relationship Type="http://schemas.openxmlformats.org/officeDocument/2006/relationships/slide" Target="/ppt/slides/slide1.xml" Id="Rfcf809463e624651" /><Relationship Type="http://schemas.openxmlformats.org/officeDocument/2006/relationships/slide" Target="/ppt/slides/slide2.xml" Id="R679a6aeff87d4fae" /><Relationship Type="http://schemas.openxmlformats.org/officeDocument/2006/relationships/slide" Target="/ppt/slides/slide3.xml" Id="Re6697e5bb88c40f9" /><Relationship Type="http://schemas.openxmlformats.org/officeDocument/2006/relationships/slide" Target="/ppt/slides/slide4.xml" Id="Rcde567ed4a9a41f4" /><Relationship Type="http://schemas.openxmlformats.org/officeDocument/2006/relationships/slide" Target="/ppt/slides/slide5.xml" Id="R8fd8c967687541ad" /><Relationship Type="http://schemas.openxmlformats.org/officeDocument/2006/relationships/slide" Target="/ppt/slides/slide6.xml" Id="R0a309a0b1b4847ec" /><Relationship Type="http://schemas.openxmlformats.org/officeDocument/2006/relationships/slide" Target="/ppt/slides/slide7.xml" Id="Rc4fc2def848243f0" /></Relationships>
</file>

<file path=ppt/graphics/data1.xml><?xml version="1.0" encoding="utf-8"?>
<dgm:dataModel xmlns:dgm="http://schemas.openxmlformats.org/drawingml/2006/diagram">
  <dgm:ptLst>
    <dgm:pt modelId="{9C3D7F6E-F9C9-4A9A-A2E9-964E20417403}" type="doc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484B77D-41CC-4251-9917-0D6AFCC8D3B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貳、拖吊場拍賣</a:t>
          </a:r>
        </a:p>
      </dgm:t>
    </dgm:pt>
    <dgm:pt modelId="{478AA874-D5B5-4CC4-86BD-08AD9105187B}" type="parTrans" cxnId="{5834DD85-54E8-411C-A57B-F41DD26C9ED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EA93F201-14C9-4D1F-ACD8-08AEB9A25D07}" type="sibTrans" cxnId="{5834DD85-54E8-411C-A57B-F41DD26C9ED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61705E0-6A88-4391-8C1E-A60D5889113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壹、績效檢討</a:t>
          </a:r>
        </a:p>
      </dgm:t>
    </dgm:pt>
    <dgm:pt modelId="{2D01FD1D-A6B2-4B9E-891A-A7EE2734118E}" type="sibTrans" cxnId="{C81031A9-BD3A-4D06-ABCB-4C2525EB145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6D92664-6F0E-43A7-B20A-473776FE7C30}" type="parTrans" cxnId="{C81031A9-BD3A-4D06-ABCB-4C2525EB145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014E063-2E9F-4F3C-AA42-235A504E16E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參、</a:t>
          </a:r>
          <a:r>
            <a:rPr sz="1400" b="1">
              <a:solidFill>
                <a:schemeClr val="tx1"/>
              </a:solidFill>
              <a:latin typeface="Microsoft YaHei"/>
              <a:ea typeface="Microsoft YaHei"/>
              <a:cs typeface="Microsoft YaHei"/>
            </a:rPr>
            <a:t>A1</a:t>
          </a:r>
          <a:r>
            <a:rPr sz="1400" b="1">
              <a:solidFill>
                <a:schemeClr val="tx1"/>
              </a:solidFill>
              <a:latin typeface="Microsoft YaHei"/>
              <a:ea typeface="Microsoft YaHei"/>
              <a:cs typeface="Microsoft YaHei"/>
            </a:rPr>
            <a:t>事故分析與策進作為</a:t>
          </a:r>
          <a:endParaRPr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/>
            <a:ea typeface="微軟正黑體"/>
            <a:cs typeface="微軟正黑體"/>
          </a:endParaRPr>
        </a:p>
      </dgm:t>
    </dgm:pt>
    <dgm:pt modelId="{F3582DCD-6347-477F-87E0-2F18DEA532BC}" type="parTrans" cxnId="{207C4739-288C-44A6-AAB9-3EADC15DDA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AA9C1CC-1967-4EEC-A613-EB3B67A89CF1}" type="sibTrans" cxnId="{207C4739-288C-44A6-AAB9-3EADC15DDA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8BA8B0D-3D79-4D67-9C88-1C5A5D373773}" type="pres"/>
    <dgm:pt modelId="{5CA9FB17-4922-4569-9F49-7DD8C13053AC}" type="pres"/>
    <dgm:pt modelId="{859F6428-07F9-4970-B138-C760F56A8CC7}" type="pres"/>
    <dgm:pt modelId="{4D4FA2BD-CC96-4461-ADF5-6ED919A82638}" type="pres"/>
    <dgm:pt modelId="{AC288D0D-B5B1-4051-9C78-6BDB6D628E38}" type="pres"/>
    <dgm:pt modelId="{3D4F40D0-7B57-403E-8FF0-7DB9863EB381}" type="pres"/>
  </dgm:ptLst>
  <dgm:cxnLst>
    <dgm:cxn modelId="{207C4739-288C-44A6-AAB9-3EADC15DDAB0}" srcId="{9C3D7F6E-F9C9-4A9A-A2E9-964E20417403}" destId="{4014E063-2E9F-4F3C-AA42-235A504E16E2}" srcOrd="2" destOrd="0" parTransId="{F3582DCD-6347-477F-87E0-2F18DEA532BC}" sibTransId="{9AA9C1CC-1967-4EEC-A613-EB3B67A89CF1}"/>
    <dgm:cxn modelId="{01277260-3B94-4AA8-98C2-7211A26A5564}" type="presOf" srcId="{D61705E0-6A88-4391-8C1E-A60D5889113A}" destId="{5CA9FB17-4922-4569-9F49-7DD8C13053AC}" srcOrd="0" destOrd="0" presId="urn:microsoft.com/office/officeart/2005/8/layout/chevron1"/>
    <dgm:cxn modelId="{5834DD85-54E8-411C-A57B-F41DD26C9ED2}" srcId="{9C3D7F6E-F9C9-4A9A-A2E9-964E20417403}" destId="{4484B77D-41CC-4251-9917-0D6AFCC8D3B3}" srcOrd="1" destOrd="0" parTransId="{478AA874-D5B5-4CC4-86BD-08AD9105187B}" sibTransId="{EA93F201-14C9-4D1F-ACD8-08AEB9A25D07}"/>
    <dgm:cxn modelId="{7713029B-5A4D-4838-9A77-8B7B7BBDE344}" type="presOf" srcId="{4484B77D-41CC-4251-9917-0D6AFCC8D3B3}" destId="{4D4FA2BD-CC96-4461-ADF5-6ED919A82638}" srcOrd="0" destOrd="0" presId="urn:microsoft.com/office/officeart/2005/8/layout/chevron1"/>
    <dgm:cxn modelId="{7D97F79F-187A-4BC4-95C4-BC3B19EAE940}" type="presOf" srcId="{9C3D7F6E-F9C9-4A9A-A2E9-964E20417403}" destId="{A8BA8B0D-3D79-4D67-9C88-1C5A5D373773}" srcOrd="0" destOrd="0" presId="urn:microsoft.com/office/officeart/2005/8/layout/chevron1"/>
    <dgm:cxn modelId="{D46431A4-F28C-4D5F-B4A1-F911C30BCF1F}" type="presOf" srcId="{4014E063-2E9F-4F3C-AA42-235A504E16E2}" destId="{3D4F40D0-7B57-403E-8FF0-7DB9863EB381}" srcOrd="0" destOrd="0" presId="urn:microsoft.com/office/officeart/2005/8/layout/chevron1"/>
    <dgm:cxn modelId="{C81031A9-BD3A-4D06-ABCB-4C2525EB145B}" srcId="{9C3D7F6E-F9C9-4A9A-A2E9-964E20417403}" destId="{D61705E0-6A88-4391-8C1E-A60D5889113A}" srcOrd="0" destOrd="0" parTransId="{D6D92664-6F0E-43A7-B20A-473776FE7C30}" sibTransId="{2D01FD1D-A6B2-4B9E-891A-A7EE2734118E}"/>
    <dgm:cxn modelId="{D924D1CE-B41B-4B4A-9BE2-DC1A9BEB60E7}" type="presParOf" srcId="{A8BA8B0D-3D79-4D67-9C88-1C5A5D373773}" destId="{5CA9FB17-4922-4569-9F49-7DD8C13053AC}" srcOrd="0" destOrd="0" presId="urn:microsoft.com/office/officeart/2005/8/layout/chevron1"/>
    <dgm:cxn modelId="{73EBAD97-6BC4-47AC-AD8E-0C0427F20A82}" type="presParOf" srcId="{A8BA8B0D-3D79-4D67-9C88-1C5A5D373773}" destId="{859F6428-07F9-4970-B138-C760F56A8CC7}" srcOrd="1" destOrd="0" presId="urn:microsoft.com/office/officeart/2005/8/layout/chevron1"/>
    <dgm:cxn modelId="{D40927AD-4FC0-45EF-B9E4-54F0555D3B69}" type="presParOf" srcId="{A8BA8B0D-3D79-4D67-9C88-1C5A5D373773}" destId="{4D4FA2BD-CC96-4461-ADF5-6ED919A82638}" srcOrd="2" destOrd="0" presId="urn:microsoft.com/office/officeart/2005/8/layout/chevron1"/>
    <dgm:cxn modelId="{CA0E87BA-77B2-44BB-B0AE-DACEA65656AE}" type="presParOf" srcId="{A8BA8B0D-3D79-4D67-9C88-1C5A5D373773}" destId="{AC288D0D-B5B1-4051-9C78-6BDB6D628E38}" srcOrd="3" destOrd="0" presId="urn:microsoft.com/office/officeart/2005/8/layout/chevron1"/>
    <dgm:cxn modelId="{18EF4938-83F3-4FFE-873A-A22C501AE379}" type="presParOf" srcId="{A8BA8B0D-3D79-4D67-9C88-1C5A5D373773}" destId="{3D4F40D0-7B57-403E-8FF0-7DB9863EB381}" srcOrd="4" destOrd="0" presId="urn:microsoft.com/office/officeart/2005/8/layout/chevron1"/>
  </dgm:cxnLst>
</dgm:dataModel>
</file>

<file path=ppt/graphics/data2.xml><?xml version="1.0" encoding="utf-8"?>
<dgm:dataModel xmlns:dgm="http://schemas.openxmlformats.org/drawingml/2006/diagram">
  <dgm:ptLst>
    <dgm:pt modelId="{9C3D7F6E-F9C9-4A9A-A2E9-964E20417403}" type="doc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484B77D-41CC-4251-9917-0D6AFCC8D3B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貳、拖吊場拍賣</a:t>
          </a:r>
        </a:p>
      </dgm:t>
    </dgm:pt>
    <dgm:pt modelId="{478AA874-D5B5-4CC4-86BD-08AD9105187B}" type="parTrans" cxnId="{5834DD85-54E8-411C-A57B-F41DD26C9ED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EA93F201-14C9-4D1F-ACD8-08AEB9A25D07}" type="sibTrans" cxnId="{5834DD85-54E8-411C-A57B-F41DD26C9ED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61705E0-6A88-4391-8C1E-A60D5889113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壹、績效檢討</a:t>
          </a:r>
        </a:p>
      </dgm:t>
    </dgm:pt>
    <dgm:pt modelId="{2D01FD1D-A6B2-4B9E-891A-A7EE2734118E}" type="sibTrans" cxnId="{C81031A9-BD3A-4D06-ABCB-4C2525EB145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6D92664-6F0E-43A7-B20A-473776FE7C30}" type="parTrans" cxnId="{C81031A9-BD3A-4D06-ABCB-4C2525EB145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014E063-2E9F-4F3C-AA42-235A504E16E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參、</a:t>
          </a:r>
          <a:r>
            <a:rPr sz="1400" b="1">
              <a:solidFill>
                <a:schemeClr val="tx1"/>
              </a:solidFill>
              <a:latin typeface="Microsoft YaHei"/>
              <a:ea typeface="Microsoft YaHei"/>
              <a:cs typeface="Microsoft YaHei"/>
            </a:rPr>
            <a:t>A1</a:t>
          </a:r>
          <a:r>
            <a:rPr sz="1400" b="1">
              <a:solidFill>
                <a:schemeClr val="tx1"/>
              </a:solidFill>
              <a:latin typeface="Microsoft YaHei"/>
              <a:ea typeface="Microsoft YaHei"/>
              <a:cs typeface="Microsoft YaHei"/>
            </a:rPr>
            <a:t>事故分析與策進作為</a:t>
          </a:r>
          <a:endParaRPr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/>
            <a:ea typeface="微軟正黑體"/>
            <a:cs typeface="微軟正黑體"/>
          </a:endParaRPr>
        </a:p>
      </dgm:t>
    </dgm:pt>
    <dgm:pt modelId="{F3582DCD-6347-477F-87E0-2F18DEA532BC}" type="parTrans" cxnId="{207C4739-288C-44A6-AAB9-3EADC15DDA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AA9C1CC-1967-4EEC-A613-EB3B67A89CF1}" type="sibTrans" cxnId="{207C4739-288C-44A6-AAB9-3EADC15DDA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8BA8B0D-3D79-4D67-9C88-1C5A5D373773}" type="pres"/>
    <dgm:pt modelId="{5CA9FB17-4922-4569-9F49-7DD8C13053AC}" type="pres"/>
    <dgm:pt modelId="{859F6428-07F9-4970-B138-C760F56A8CC7}" type="pres"/>
    <dgm:pt modelId="{4D4FA2BD-CC96-4461-ADF5-6ED919A82638}" type="pres"/>
    <dgm:pt modelId="{AC288D0D-B5B1-4051-9C78-6BDB6D628E38}" type="pres"/>
    <dgm:pt modelId="{3D4F40D0-7B57-403E-8FF0-7DB9863EB381}" type="pres"/>
  </dgm:ptLst>
  <dgm:cxnLst>
    <dgm:cxn modelId="{207C4739-288C-44A6-AAB9-3EADC15DDAB0}" srcId="{9C3D7F6E-F9C9-4A9A-A2E9-964E20417403}" destId="{4014E063-2E9F-4F3C-AA42-235A504E16E2}" srcOrd="2" destOrd="0" parTransId="{F3582DCD-6347-477F-87E0-2F18DEA532BC}" sibTransId="{9AA9C1CC-1967-4EEC-A613-EB3B67A89CF1}"/>
    <dgm:cxn modelId="{01277260-3B94-4AA8-98C2-7211A26A5564}" type="presOf" srcId="{D61705E0-6A88-4391-8C1E-A60D5889113A}" destId="{5CA9FB17-4922-4569-9F49-7DD8C13053AC}" srcOrd="0" destOrd="0" presId="urn:microsoft.com/office/officeart/2005/8/layout/chevron1"/>
    <dgm:cxn modelId="{5834DD85-54E8-411C-A57B-F41DD26C9ED2}" srcId="{9C3D7F6E-F9C9-4A9A-A2E9-964E20417403}" destId="{4484B77D-41CC-4251-9917-0D6AFCC8D3B3}" srcOrd="1" destOrd="0" parTransId="{478AA874-D5B5-4CC4-86BD-08AD9105187B}" sibTransId="{EA93F201-14C9-4D1F-ACD8-08AEB9A25D07}"/>
    <dgm:cxn modelId="{7713029B-5A4D-4838-9A77-8B7B7BBDE344}" type="presOf" srcId="{4484B77D-41CC-4251-9917-0D6AFCC8D3B3}" destId="{4D4FA2BD-CC96-4461-ADF5-6ED919A82638}" srcOrd="0" destOrd="0" presId="urn:microsoft.com/office/officeart/2005/8/layout/chevron1"/>
    <dgm:cxn modelId="{7D97F79F-187A-4BC4-95C4-BC3B19EAE940}" type="presOf" srcId="{9C3D7F6E-F9C9-4A9A-A2E9-964E20417403}" destId="{A8BA8B0D-3D79-4D67-9C88-1C5A5D373773}" srcOrd="0" destOrd="0" presId="urn:microsoft.com/office/officeart/2005/8/layout/chevron1"/>
    <dgm:cxn modelId="{D46431A4-F28C-4D5F-B4A1-F911C30BCF1F}" type="presOf" srcId="{4014E063-2E9F-4F3C-AA42-235A504E16E2}" destId="{3D4F40D0-7B57-403E-8FF0-7DB9863EB381}" srcOrd="0" destOrd="0" presId="urn:microsoft.com/office/officeart/2005/8/layout/chevron1"/>
    <dgm:cxn modelId="{C81031A9-BD3A-4D06-ABCB-4C2525EB145B}" srcId="{9C3D7F6E-F9C9-4A9A-A2E9-964E20417403}" destId="{D61705E0-6A88-4391-8C1E-A60D5889113A}" srcOrd="0" destOrd="0" parTransId="{D6D92664-6F0E-43A7-B20A-473776FE7C30}" sibTransId="{2D01FD1D-A6B2-4B9E-891A-A7EE2734118E}"/>
    <dgm:cxn modelId="{D924D1CE-B41B-4B4A-9BE2-DC1A9BEB60E7}" type="presParOf" srcId="{A8BA8B0D-3D79-4D67-9C88-1C5A5D373773}" destId="{5CA9FB17-4922-4569-9F49-7DD8C13053AC}" srcOrd="0" destOrd="0" presId="urn:microsoft.com/office/officeart/2005/8/layout/chevron1"/>
    <dgm:cxn modelId="{73EBAD97-6BC4-47AC-AD8E-0C0427F20A82}" type="presParOf" srcId="{A8BA8B0D-3D79-4D67-9C88-1C5A5D373773}" destId="{859F6428-07F9-4970-B138-C760F56A8CC7}" srcOrd="1" destOrd="0" presId="urn:microsoft.com/office/officeart/2005/8/layout/chevron1"/>
    <dgm:cxn modelId="{D40927AD-4FC0-45EF-B9E4-54F0555D3B69}" type="presParOf" srcId="{A8BA8B0D-3D79-4D67-9C88-1C5A5D373773}" destId="{4D4FA2BD-CC96-4461-ADF5-6ED919A82638}" srcOrd="2" destOrd="0" presId="urn:microsoft.com/office/officeart/2005/8/layout/chevron1"/>
    <dgm:cxn modelId="{CA0E87BA-77B2-44BB-B0AE-DACEA65656AE}" type="presParOf" srcId="{A8BA8B0D-3D79-4D67-9C88-1C5A5D373773}" destId="{AC288D0D-B5B1-4051-9C78-6BDB6D628E38}" srcOrd="3" destOrd="0" presId="urn:microsoft.com/office/officeart/2005/8/layout/chevron1"/>
    <dgm:cxn modelId="{18EF4938-83F3-4FFE-873A-A22C501AE379}" type="presParOf" srcId="{A8BA8B0D-3D79-4D67-9C88-1C5A5D373773}" destId="{3D4F40D0-7B57-403E-8FF0-7DB9863EB381}" srcOrd="4" destOrd="0" presId="urn:microsoft.com/office/officeart/2005/8/layout/chevron1"/>
  </dgm:cxnLst>
</dgm:dataModel>
</file>

<file path=ppt/graphics/data3.xml><?xml version="1.0" encoding="utf-8"?>
<dgm:dataModel xmlns:dgm="http://schemas.openxmlformats.org/drawingml/2006/diagram">
  <dgm:ptLst>
    <dgm:pt modelId="{9C3D7F6E-F9C9-4A9A-A2E9-964E20417403}" type="doc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484B77D-41CC-4251-9917-0D6AFCC8D3B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貳、拖吊場拍賣</a:t>
          </a:r>
        </a:p>
      </dgm:t>
    </dgm:pt>
    <dgm:pt modelId="{478AA874-D5B5-4CC4-86BD-08AD9105187B}" type="parTrans" cxnId="{5834DD85-54E8-411C-A57B-F41DD26C9ED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EA93F201-14C9-4D1F-ACD8-08AEB9A25D07}" type="sibTrans" cxnId="{5834DD85-54E8-411C-A57B-F41DD26C9ED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61705E0-6A88-4391-8C1E-A60D5889113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壹、績效檢討</a:t>
          </a:r>
        </a:p>
      </dgm:t>
    </dgm:pt>
    <dgm:pt modelId="{2D01FD1D-A6B2-4B9E-891A-A7EE2734118E}" type="sibTrans" cxnId="{C81031A9-BD3A-4D06-ABCB-4C2525EB145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6D92664-6F0E-43A7-B20A-473776FE7C30}" type="parTrans" cxnId="{C81031A9-BD3A-4D06-ABCB-4C2525EB145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014E063-2E9F-4F3C-AA42-235A504E16E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參、</a:t>
          </a:r>
          <a:r>
            <a:rPr sz="1400" b="1">
              <a:solidFill>
                <a:schemeClr val="tx1"/>
              </a:solidFill>
              <a:latin typeface="Microsoft YaHei"/>
              <a:ea typeface="Microsoft YaHei"/>
              <a:cs typeface="Microsoft YaHei"/>
            </a:rPr>
            <a:t>A1</a:t>
          </a:r>
          <a:r>
            <a:rPr sz="1400" b="1">
              <a:solidFill>
                <a:schemeClr val="tx1"/>
              </a:solidFill>
              <a:latin typeface="Microsoft YaHei"/>
              <a:ea typeface="Microsoft YaHei"/>
              <a:cs typeface="Microsoft YaHei"/>
            </a:rPr>
            <a:t>事故分析與策進作為</a:t>
          </a:r>
          <a:endParaRPr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/>
            <a:ea typeface="微軟正黑體"/>
            <a:cs typeface="微軟正黑體"/>
          </a:endParaRPr>
        </a:p>
      </dgm:t>
    </dgm:pt>
    <dgm:pt modelId="{F3582DCD-6347-477F-87E0-2F18DEA532BC}" type="parTrans" cxnId="{207C4739-288C-44A6-AAB9-3EADC15DDA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AA9C1CC-1967-4EEC-A613-EB3B67A89CF1}" type="sibTrans" cxnId="{207C4739-288C-44A6-AAB9-3EADC15DDA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8BA8B0D-3D79-4D67-9C88-1C5A5D373773}" type="pres"/>
    <dgm:pt modelId="{5CA9FB17-4922-4569-9F49-7DD8C13053AC}" type="pres"/>
    <dgm:pt modelId="{859F6428-07F9-4970-B138-C760F56A8CC7}" type="pres"/>
    <dgm:pt modelId="{4D4FA2BD-CC96-4461-ADF5-6ED919A82638}" type="pres"/>
    <dgm:pt modelId="{AC288D0D-B5B1-4051-9C78-6BDB6D628E38}" type="pres"/>
    <dgm:pt modelId="{3D4F40D0-7B57-403E-8FF0-7DB9863EB381}" type="pres"/>
  </dgm:ptLst>
  <dgm:cxnLst>
    <dgm:cxn modelId="{207C4739-288C-44A6-AAB9-3EADC15DDAB0}" srcId="{9C3D7F6E-F9C9-4A9A-A2E9-964E20417403}" destId="{4014E063-2E9F-4F3C-AA42-235A504E16E2}" srcOrd="2" destOrd="0" parTransId="{F3582DCD-6347-477F-87E0-2F18DEA532BC}" sibTransId="{9AA9C1CC-1967-4EEC-A613-EB3B67A89CF1}"/>
    <dgm:cxn modelId="{01277260-3B94-4AA8-98C2-7211A26A5564}" type="presOf" srcId="{D61705E0-6A88-4391-8C1E-A60D5889113A}" destId="{5CA9FB17-4922-4569-9F49-7DD8C13053AC}" srcOrd="0" destOrd="0" presId="urn:microsoft.com/office/officeart/2005/8/layout/chevron1"/>
    <dgm:cxn modelId="{5834DD85-54E8-411C-A57B-F41DD26C9ED2}" srcId="{9C3D7F6E-F9C9-4A9A-A2E9-964E20417403}" destId="{4484B77D-41CC-4251-9917-0D6AFCC8D3B3}" srcOrd="1" destOrd="0" parTransId="{478AA874-D5B5-4CC4-86BD-08AD9105187B}" sibTransId="{EA93F201-14C9-4D1F-ACD8-08AEB9A25D07}"/>
    <dgm:cxn modelId="{7713029B-5A4D-4838-9A77-8B7B7BBDE344}" type="presOf" srcId="{4484B77D-41CC-4251-9917-0D6AFCC8D3B3}" destId="{4D4FA2BD-CC96-4461-ADF5-6ED919A82638}" srcOrd="0" destOrd="0" presId="urn:microsoft.com/office/officeart/2005/8/layout/chevron1"/>
    <dgm:cxn modelId="{7D97F79F-187A-4BC4-95C4-BC3B19EAE940}" type="presOf" srcId="{9C3D7F6E-F9C9-4A9A-A2E9-964E20417403}" destId="{A8BA8B0D-3D79-4D67-9C88-1C5A5D373773}" srcOrd="0" destOrd="0" presId="urn:microsoft.com/office/officeart/2005/8/layout/chevron1"/>
    <dgm:cxn modelId="{D46431A4-F28C-4D5F-B4A1-F911C30BCF1F}" type="presOf" srcId="{4014E063-2E9F-4F3C-AA42-235A504E16E2}" destId="{3D4F40D0-7B57-403E-8FF0-7DB9863EB381}" srcOrd="0" destOrd="0" presId="urn:microsoft.com/office/officeart/2005/8/layout/chevron1"/>
    <dgm:cxn modelId="{C81031A9-BD3A-4D06-ABCB-4C2525EB145B}" srcId="{9C3D7F6E-F9C9-4A9A-A2E9-964E20417403}" destId="{D61705E0-6A88-4391-8C1E-A60D5889113A}" srcOrd="0" destOrd="0" parTransId="{D6D92664-6F0E-43A7-B20A-473776FE7C30}" sibTransId="{2D01FD1D-A6B2-4B9E-891A-A7EE2734118E}"/>
    <dgm:cxn modelId="{D924D1CE-B41B-4B4A-9BE2-DC1A9BEB60E7}" type="presParOf" srcId="{A8BA8B0D-3D79-4D67-9C88-1C5A5D373773}" destId="{5CA9FB17-4922-4569-9F49-7DD8C13053AC}" srcOrd="0" destOrd="0" presId="urn:microsoft.com/office/officeart/2005/8/layout/chevron1"/>
    <dgm:cxn modelId="{73EBAD97-6BC4-47AC-AD8E-0C0427F20A82}" type="presParOf" srcId="{A8BA8B0D-3D79-4D67-9C88-1C5A5D373773}" destId="{859F6428-07F9-4970-B138-C760F56A8CC7}" srcOrd="1" destOrd="0" presId="urn:microsoft.com/office/officeart/2005/8/layout/chevron1"/>
    <dgm:cxn modelId="{D40927AD-4FC0-45EF-B9E4-54F0555D3B69}" type="presParOf" srcId="{A8BA8B0D-3D79-4D67-9C88-1C5A5D373773}" destId="{4D4FA2BD-CC96-4461-ADF5-6ED919A82638}" srcOrd="2" destOrd="0" presId="urn:microsoft.com/office/officeart/2005/8/layout/chevron1"/>
    <dgm:cxn modelId="{CA0E87BA-77B2-44BB-B0AE-DACEA65656AE}" type="presParOf" srcId="{A8BA8B0D-3D79-4D67-9C88-1C5A5D373773}" destId="{AC288D0D-B5B1-4051-9C78-6BDB6D628E38}" srcOrd="3" destOrd="0" presId="urn:microsoft.com/office/officeart/2005/8/layout/chevron1"/>
    <dgm:cxn modelId="{18EF4938-83F3-4FFE-873A-A22C501AE379}" type="presParOf" srcId="{A8BA8B0D-3D79-4D67-9C88-1C5A5D373773}" destId="{3D4F40D0-7B57-403E-8FF0-7DB9863EB381}" srcOrd="4" destOrd="0" presId="urn:microsoft.com/office/officeart/2005/8/layout/chevron1"/>
  </dgm:cxnLst>
</dgm:dataModel>
</file>

<file path=ppt/graphics/data4.xml><?xml version="1.0" encoding="utf-8"?>
<dgm:dataModel xmlns:dgm="http://schemas.openxmlformats.org/drawingml/2006/diagram">
  <dgm:ptLst>
    <dgm:pt modelId="{9C3D7F6E-F9C9-4A9A-A2E9-964E20417403}" type="doc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484B77D-41CC-4251-9917-0D6AFCC8D3B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貳、拖吊場拍賣</a:t>
          </a:r>
        </a:p>
      </dgm:t>
    </dgm:pt>
    <dgm:pt modelId="{478AA874-D5B5-4CC4-86BD-08AD9105187B}" type="parTrans" cxnId="{5834DD85-54E8-411C-A57B-F41DD26C9ED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EA93F201-14C9-4D1F-ACD8-08AEB9A25D07}" type="sibTrans" cxnId="{5834DD85-54E8-411C-A57B-F41DD26C9ED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61705E0-6A88-4391-8C1E-A60D5889113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壹、績效檢討</a:t>
          </a:r>
        </a:p>
      </dgm:t>
    </dgm:pt>
    <dgm:pt modelId="{2D01FD1D-A6B2-4B9E-891A-A7EE2734118E}" type="sibTrans" cxnId="{C81031A9-BD3A-4D06-ABCB-4C2525EB145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6D92664-6F0E-43A7-B20A-473776FE7C30}" type="parTrans" cxnId="{C81031A9-BD3A-4D06-ABCB-4C2525EB145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014E063-2E9F-4F3C-AA42-235A504E16E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參、</a:t>
          </a:r>
          <a:r>
            <a:rPr sz="1400" b="1">
              <a:solidFill>
                <a:schemeClr val="tx1"/>
              </a:solidFill>
              <a:latin typeface="Microsoft YaHei"/>
              <a:ea typeface="Microsoft YaHei"/>
              <a:cs typeface="Microsoft YaHei"/>
            </a:rPr>
            <a:t>A1</a:t>
          </a:r>
          <a:r>
            <a:rPr sz="1400" b="1">
              <a:solidFill>
                <a:schemeClr val="tx1"/>
              </a:solidFill>
              <a:latin typeface="Microsoft YaHei"/>
              <a:ea typeface="Microsoft YaHei"/>
              <a:cs typeface="Microsoft YaHei"/>
            </a:rPr>
            <a:t>事故分析與策進作為</a:t>
          </a:r>
          <a:endParaRPr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/>
            <a:ea typeface="微軟正黑體"/>
            <a:cs typeface="微軟正黑體"/>
          </a:endParaRPr>
        </a:p>
      </dgm:t>
    </dgm:pt>
    <dgm:pt modelId="{F3582DCD-6347-477F-87E0-2F18DEA532BC}" type="parTrans" cxnId="{207C4739-288C-44A6-AAB9-3EADC15DDA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AA9C1CC-1967-4EEC-A613-EB3B67A89CF1}" type="sibTrans" cxnId="{207C4739-288C-44A6-AAB9-3EADC15DDA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8BA8B0D-3D79-4D67-9C88-1C5A5D373773}" type="pres"/>
    <dgm:pt modelId="{5CA9FB17-4922-4569-9F49-7DD8C13053AC}" type="pres"/>
    <dgm:pt modelId="{859F6428-07F9-4970-B138-C760F56A8CC7}" type="pres"/>
    <dgm:pt modelId="{4D4FA2BD-CC96-4461-ADF5-6ED919A82638}" type="pres"/>
    <dgm:pt modelId="{AC288D0D-B5B1-4051-9C78-6BDB6D628E38}" type="pres"/>
    <dgm:pt modelId="{3D4F40D0-7B57-403E-8FF0-7DB9863EB381}" type="pres"/>
  </dgm:ptLst>
  <dgm:cxnLst>
    <dgm:cxn modelId="{207C4739-288C-44A6-AAB9-3EADC15DDAB0}" srcId="{9C3D7F6E-F9C9-4A9A-A2E9-964E20417403}" destId="{4014E063-2E9F-4F3C-AA42-235A504E16E2}" srcOrd="2" destOrd="0" parTransId="{F3582DCD-6347-477F-87E0-2F18DEA532BC}" sibTransId="{9AA9C1CC-1967-4EEC-A613-EB3B67A89CF1}"/>
    <dgm:cxn modelId="{01277260-3B94-4AA8-98C2-7211A26A5564}" type="presOf" srcId="{D61705E0-6A88-4391-8C1E-A60D5889113A}" destId="{5CA9FB17-4922-4569-9F49-7DD8C13053AC}" srcOrd="0" destOrd="0" presId="urn:microsoft.com/office/officeart/2005/8/layout/chevron1"/>
    <dgm:cxn modelId="{5834DD85-54E8-411C-A57B-F41DD26C9ED2}" srcId="{9C3D7F6E-F9C9-4A9A-A2E9-964E20417403}" destId="{4484B77D-41CC-4251-9917-0D6AFCC8D3B3}" srcOrd="1" destOrd="0" parTransId="{478AA874-D5B5-4CC4-86BD-08AD9105187B}" sibTransId="{EA93F201-14C9-4D1F-ACD8-08AEB9A25D07}"/>
    <dgm:cxn modelId="{7713029B-5A4D-4838-9A77-8B7B7BBDE344}" type="presOf" srcId="{4484B77D-41CC-4251-9917-0D6AFCC8D3B3}" destId="{4D4FA2BD-CC96-4461-ADF5-6ED919A82638}" srcOrd="0" destOrd="0" presId="urn:microsoft.com/office/officeart/2005/8/layout/chevron1"/>
    <dgm:cxn modelId="{7D97F79F-187A-4BC4-95C4-BC3B19EAE940}" type="presOf" srcId="{9C3D7F6E-F9C9-4A9A-A2E9-964E20417403}" destId="{A8BA8B0D-3D79-4D67-9C88-1C5A5D373773}" srcOrd="0" destOrd="0" presId="urn:microsoft.com/office/officeart/2005/8/layout/chevron1"/>
    <dgm:cxn modelId="{D46431A4-F28C-4D5F-B4A1-F911C30BCF1F}" type="presOf" srcId="{4014E063-2E9F-4F3C-AA42-235A504E16E2}" destId="{3D4F40D0-7B57-403E-8FF0-7DB9863EB381}" srcOrd="0" destOrd="0" presId="urn:microsoft.com/office/officeart/2005/8/layout/chevron1"/>
    <dgm:cxn modelId="{C81031A9-BD3A-4D06-ABCB-4C2525EB145B}" srcId="{9C3D7F6E-F9C9-4A9A-A2E9-964E20417403}" destId="{D61705E0-6A88-4391-8C1E-A60D5889113A}" srcOrd="0" destOrd="0" parTransId="{D6D92664-6F0E-43A7-B20A-473776FE7C30}" sibTransId="{2D01FD1D-A6B2-4B9E-891A-A7EE2734118E}"/>
    <dgm:cxn modelId="{D924D1CE-B41B-4B4A-9BE2-DC1A9BEB60E7}" type="presParOf" srcId="{A8BA8B0D-3D79-4D67-9C88-1C5A5D373773}" destId="{5CA9FB17-4922-4569-9F49-7DD8C13053AC}" srcOrd="0" destOrd="0" presId="urn:microsoft.com/office/officeart/2005/8/layout/chevron1"/>
    <dgm:cxn modelId="{73EBAD97-6BC4-47AC-AD8E-0C0427F20A82}" type="presParOf" srcId="{A8BA8B0D-3D79-4D67-9C88-1C5A5D373773}" destId="{859F6428-07F9-4970-B138-C760F56A8CC7}" srcOrd="1" destOrd="0" presId="urn:microsoft.com/office/officeart/2005/8/layout/chevron1"/>
    <dgm:cxn modelId="{D40927AD-4FC0-45EF-B9E4-54F0555D3B69}" type="presParOf" srcId="{A8BA8B0D-3D79-4D67-9C88-1C5A5D373773}" destId="{4D4FA2BD-CC96-4461-ADF5-6ED919A82638}" srcOrd="2" destOrd="0" presId="urn:microsoft.com/office/officeart/2005/8/layout/chevron1"/>
    <dgm:cxn modelId="{CA0E87BA-77B2-44BB-B0AE-DACEA65656AE}" type="presParOf" srcId="{A8BA8B0D-3D79-4D67-9C88-1C5A5D373773}" destId="{AC288D0D-B5B1-4051-9C78-6BDB6D628E38}" srcOrd="3" destOrd="0" presId="urn:microsoft.com/office/officeart/2005/8/layout/chevron1"/>
    <dgm:cxn modelId="{18EF4938-83F3-4FFE-873A-A22C501AE379}" type="presParOf" srcId="{A8BA8B0D-3D79-4D67-9C88-1C5A5D373773}" destId="{3D4F40D0-7B57-403E-8FF0-7DB9863EB381}" srcOrd="4" destOrd="0" presId="urn:microsoft.com/office/officeart/2005/8/layout/chevron1"/>
  </dgm:cxnLst>
</dgm:dataModel>
</file>

<file path=ppt/graphics/data5.xml><?xml version="1.0" encoding="utf-8"?>
<dgm:dataModel xmlns:dgm="http://schemas.openxmlformats.org/drawingml/2006/diagram">
  <dgm:ptLst>
    <dgm:pt modelId="{9C3D7F6E-F9C9-4A9A-A2E9-964E20417403}" type="doc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484B77D-41CC-4251-9917-0D6AFCC8D3B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貳、拖吊場拍賣</a:t>
          </a:r>
        </a:p>
      </dgm:t>
    </dgm:pt>
    <dgm:pt modelId="{478AA874-D5B5-4CC4-86BD-08AD9105187B}" type="parTrans" cxnId="{5834DD85-54E8-411C-A57B-F41DD26C9ED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EA93F201-14C9-4D1F-ACD8-08AEB9A25D07}" type="sibTrans" cxnId="{5834DD85-54E8-411C-A57B-F41DD26C9ED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61705E0-6A88-4391-8C1E-A60D5889113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壹、績效檢討</a:t>
          </a:r>
        </a:p>
      </dgm:t>
    </dgm:pt>
    <dgm:pt modelId="{2D01FD1D-A6B2-4B9E-891A-A7EE2734118E}" type="sibTrans" cxnId="{C81031A9-BD3A-4D06-ABCB-4C2525EB145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6D92664-6F0E-43A7-B20A-473776FE7C30}" type="parTrans" cxnId="{C81031A9-BD3A-4D06-ABCB-4C2525EB145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014E063-2E9F-4F3C-AA42-235A504E16E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參、</a:t>
          </a:r>
          <a:r>
            <a:rPr sz="1400" b="1">
              <a:solidFill>
                <a:schemeClr val="tx1"/>
              </a:solidFill>
              <a:latin typeface="Microsoft YaHei"/>
              <a:ea typeface="Microsoft YaHei"/>
              <a:cs typeface="Microsoft YaHei"/>
            </a:rPr>
            <a:t>A1</a:t>
          </a:r>
          <a:r>
            <a:rPr sz="1400" b="1">
              <a:solidFill>
                <a:schemeClr val="tx1"/>
              </a:solidFill>
              <a:latin typeface="Microsoft YaHei"/>
              <a:ea typeface="Microsoft YaHei"/>
              <a:cs typeface="Microsoft YaHei"/>
            </a:rPr>
            <a:t>事故分析與策進作為</a:t>
          </a:r>
          <a:endParaRPr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/>
            <a:ea typeface="微軟正黑體"/>
            <a:cs typeface="微軟正黑體"/>
          </a:endParaRPr>
        </a:p>
      </dgm:t>
    </dgm:pt>
    <dgm:pt modelId="{F3582DCD-6347-477F-87E0-2F18DEA532BC}" type="parTrans" cxnId="{207C4739-288C-44A6-AAB9-3EADC15DDA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AA9C1CC-1967-4EEC-A613-EB3B67A89CF1}" type="sibTrans" cxnId="{207C4739-288C-44A6-AAB9-3EADC15DDA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8BA8B0D-3D79-4D67-9C88-1C5A5D373773}" type="pres"/>
    <dgm:pt modelId="{5CA9FB17-4922-4569-9F49-7DD8C13053AC}" type="pres"/>
    <dgm:pt modelId="{859F6428-07F9-4970-B138-C760F56A8CC7}" type="pres"/>
    <dgm:pt modelId="{4D4FA2BD-CC96-4461-ADF5-6ED919A82638}" type="pres"/>
    <dgm:pt modelId="{AC288D0D-B5B1-4051-9C78-6BDB6D628E38}" type="pres"/>
    <dgm:pt modelId="{3D4F40D0-7B57-403E-8FF0-7DB9863EB381}" type="pres"/>
  </dgm:ptLst>
  <dgm:cxnLst>
    <dgm:cxn modelId="{207C4739-288C-44A6-AAB9-3EADC15DDAB0}" srcId="{9C3D7F6E-F9C9-4A9A-A2E9-964E20417403}" destId="{4014E063-2E9F-4F3C-AA42-235A504E16E2}" srcOrd="2" destOrd="0" parTransId="{F3582DCD-6347-477F-87E0-2F18DEA532BC}" sibTransId="{9AA9C1CC-1967-4EEC-A613-EB3B67A89CF1}"/>
    <dgm:cxn modelId="{01277260-3B94-4AA8-98C2-7211A26A5564}" type="presOf" srcId="{D61705E0-6A88-4391-8C1E-A60D5889113A}" destId="{5CA9FB17-4922-4569-9F49-7DD8C13053AC}" srcOrd="0" destOrd="0" presId="urn:microsoft.com/office/officeart/2005/8/layout/chevron1"/>
    <dgm:cxn modelId="{5834DD85-54E8-411C-A57B-F41DD26C9ED2}" srcId="{9C3D7F6E-F9C9-4A9A-A2E9-964E20417403}" destId="{4484B77D-41CC-4251-9917-0D6AFCC8D3B3}" srcOrd="1" destOrd="0" parTransId="{478AA874-D5B5-4CC4-86BD-08AD9105187B}" sibTransId="{EA93F201-14C9-4D1F-ACD8-08AEB9A25D07}"/>
    <dgm:cxn modelId="{7713029B-5A4D-4838-9A77-8B7B7BBDE344}" type="presOf" srcId="{4484B77D-41CC-4251-9917-0D6AFCC8D3B3}" destId="{4D4FA2BD-CC96-4461-ADF5-6ED919A82638}" srcOrd="0" destOrd="0" presId="urn:microsoft.com/office/officeart/2005/8/layout/chevron1"/>
    <dgm:cxn modelId="{7D97F79F-187A-4BC4-95C4-BC3B19EAE940}" type="presOf" srcId="{9C3D7F6E-F9C9-4A9A-A2E9-964E20417403}" destId="{A8BA8B0D-3D79-4D67-9C88-1C5A5D373773}" srcOrd="0" destOrd="0" presId="urn:microsoft.com/office/officeart/2005/8/layout/chevron1"/>
    <dgm:cxn modelId="{D46431A4-F28C-4D5F-B4A1-F911C30BCF1F}" type="presOf" srcId="{4014E063-2E9F-4F3C-AA42-235A504E16E2}" destId="{3D4F40D0-7B57-403E-8FF0-7DB9863EB381}" srcOrd="0" destOrd="0" presId="urn:microsoft.com/office/officeart/2005/8/layout/chevron1"/>
    <dgm:cxn modelId="{C81031A9-BD3A-4D06-ABCB-4C2525EB145B}" srcId="{9C3D7F6E-F9C9-4A9A-A2E9-964E20417403}" destId="{D61705E0-6A88-4391-8C1E-A60D5889113A}" srcOrd="0" destOrd="0" parTransId="{D6D92664-6F0E-43A7-B20A-473776FE7C30}" sibTransId="{2D01FD1D-A6B2-4B9E-891A-A7EE2734118E}"/>
    <dgm:cxn modelId="{D924D1CE-B41B-4B4A-9BE2-DC1A9BEB60E7}" type="presParOf" srcId="{A8BA8B0D-3D79-4D67-9C88-1C5A5D373773}" destId="{5CA9FB17-4922-4569-9F49-7DD8C13053AC}" srcOrd="0" destOrd="0" presId="urn:microsoft.com/office/officeart/2005/8/layout/chevron1"/>
    <dgm:cxn modelId="{73EBAD97-6BC4-47AC-AD8E-0C0427F20A82}" type="presParOf" srcId="{A8BA8B0D-3D79-4D67-9C88-1C5A5D373773}" destId="{859F6428-07F9-4970-B138-C760F56A8CC7}" srcOrd="1" destOrd="0" presId="urn:microsoft.com/office/officeart/2005/8/layout/chevron1"/>
    <dgm:cxn modelId="{D40927AD-4FC0-45EF-B9E4-54F0555D3B69}" type="presParOf" srcId="{A8BA8B0D-3D79-4D67-9C88-1C5A5D373773}" destId="{4D4FA2BD-CC96-4461-ADF5-6ED919A82638}" srcOrd="2" destOrd="0" presId="urn:microsoft.com/office/officeart/2005/8/layout/chevron1"/>
    <dgm:cxn modelId="{CA0E87BA-77B2-44BB-B0AE-DACEA65656AE}" type="presParOf" srcId="{A8BA8B0D-3D79-4D67-9C88-1C5A5D373773}" destId="{AC288D0D-B5B1-4051-9C78-6BDB6D628E38}" srcOrd="3" destOrd="0" presId="urn:microsoft.com/office/officeart/2005/8/layout/chevron1"/>
    <dgm:cxn modelId="{18EF4938-83F3-4FFE-873A-A22C501AE379}" type="presParOf" srcId="{A8BA8B0D-3D79-4D67-9C88-1C5A5D373773}" destId="{3D4F40D0-7B57-403E-8FF0-7DB9863EB381}" srcOrd="4" destOrd="0" presId="urn:microsoft.com/office/officeart/2005/8/layout/chevron1"/>
  </dgm:cxnLst>
</dgm:dataModel>
</file>

<file path=ppt/graphics/data6.xml><?xml version="1.0" encoding="utf-8"?>
<dgm:dataModel xmlns:dgm="http://schemas.openxmlformats.org/drawingml/2006/diagram">
  <dgm:ptLst>
    <dgm:pt modelId="{9C3D7F6E-F9C9-4A9A-A2E9-964E20417403}" type="doc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484B77D-41CC-4251-9917-0D6AFCC8D3B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貳、拖吊場拍賣</a:t>
          </a:r>
        </a:p>
      </dgm:t>
    </dgm:pt>
    <dgm:pt modelId="{478AA874-D5B5-4CC4-86BD-08AD9105187B}" type="parTrans" cxnId="{5834DD85-54E8-411C-A57B-F41DD26C9ED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EA93F201-14C9-4D1F-ACD8-08AEB9A25D07}" type="sibTrans" cxnId="{5834DD85-54E8-411C-A57B-F41DD26C9ED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61705E0-6A88-4391-8C1E-A60D5889113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壹、績效檢討</a:t>
          </a:r>
        </a:p>
      </dgm:t>
    </dgm:pt>
    <dgm:pt modelId="{2D01FD1D-A6B2-4B9E-891A-A7EE2734118E}" type="sibTrans" cxnId="{C81031A9-BD3A-4D06-ABCB-4C2525EB145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6D92664-6F0E-43A7-B20A-473776FE7C30}" type="parTrans" cxnId="{C81031A9-BD3A-4D06-ABCB-4C2525EB145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014E063-2E9F-4F3C-AA42-235A504E16E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參、</a:t>
          </a:r>
          <a:r>
            <a:rPr sz="1400" b="1">
              <a:solidFill>
                <a:schemeClr val="tx1"/>
              </a:solidFill>
              <a:latin typeface="Microsoft YaHei"/>
              <a:ea typeface="Microsoft YaHei"/>
              <a:cs typeface="Microsoft YaHei"/>
            </a:rPr>
            <a:t>A1</a:t>
          </a:r>
          <a:r>
            <a:rPr sz="1400" b="1">
              <a:solidFill>
                <a:schemeClr val="tx1"/>
              </a:solidFill>
              <a:latin typeface="Microsoft YaHei"/>
              <a:ea typeface="Microsoft YaHei"/>
              <a:cs typeface="Microsoft YaHei"/>
            </a:rPr>
            <a:t>事故分析與策進作為</a:t>
          </a:r>
          <a:endParaRPr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/>
            <a:ea typeface="微軟正黑體"/>
            <a:cs typeface="微軟正黑體"/>
          </a:endParaRPr>
        </a:p>
      </dgm:t>
    </dgm:pt>
    <dgm:pt modelId="{F3582DCD-6347-477F-87E0-2F18DEA532BC}" type="parTrans" cxnId="{207C4739-288C-44A6-AAB9-3EADC15DDA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AA9C1CC-1967-4EEC-A613-EB3B67A89CF1}" type="sibTrans" cxnId="{207C4739-288C-44A6-AAB9-3EADC15DDA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8BA8B0D-3D79-4D67-9C88-1C5A5D373773}" type="pres"/>
    <dgm:pt modelId="{5CA9FB17-4922-4569-9F49-7DD8C13053AC}" type="pres"/>
    <dgm:pt modelId="{859F6428-07F9-4970-B138-C760F56A8CC7}" type="pres"/>
    <dgm:pt modelId="{4D4FA2BD-CC96-4461-ADF5-6ED919A82638}" type="pres"/>
    <dgm:pt modelId="{AC288D0D-B5B1-4051-9C78-6BDB6D628E38}" type="pres"/>
    <dgm:pt modelId="{3D4F40D0-7B57-403E-8FF0-7DB9863EB381}" type="pres"/>
  </dgm:ptLst>
  <dgm:cxnLst>
    <dgm:cxn modelId="{207C4739-288C-44A6-AAB9-3EADC15DDAB0}" srcId="{9C3D7F6E-F9C9-4A9A-A2E9-964E20417403}" destId="{4014E063-2E9F-4F3C-AA42-235A504E16E2}" srcOrd="2" destOrd="0" parTransId="{F3582DCD-6347-477F-87E0-2F18DEA532BC}" sibTransId="{9AA9C1CC-1967-4EEC-A613-EB3B67A89CF1}"/>
    <dgm:cxn modelId="{01277260-3B94-4AA8-98C2-7211A26A5564}" type="presOf" srcId="{D61705E0-6A88-4391-8C1E-A60D5889113A}" destId="{5CA9FB17-4922-4569-9F49-7DD8C13053AC}" srcOrd="0" destOrd="0" presId="urn:microsoft.com/office/officeart/2005/8/layout/chevron1"/>
    <dgm:cxn modelId="{5834DD85-54E8-411C-A57B-F41DD26C9ED2}" srcId="{9C3D7F6E-F9C9-4A9A-A2E9-964E20417403}" destId="{4484B77D-41CC-4251-9917-0D6AFCC8D3B3}" srcOrd="1" destOrd="0" parTransId="{478AA874-D5B5-4CC4-86BD-08AD9105187B}" sibTransId="{EA93F201-14C9-4D1F-ACD8-08AEB9A25D07}"/>
    <dgm:cxn modelId="{7713029B-5A4D-4838-9A77-8B7B7BBDE344}" type="presOf" srcId="{4484B77D-41CC-4251-9917-0D6AFCC8D3B3}" destId="{4D4FA2BD-CC96-4461-ADF5-6ED919A82638}" srcOrd="0" destOrd="0" presId="urn:microsoft.com/office/officeart/2005/8/layout/chevron1"/>
    <dgm:cxn modelId="{7D97F79F-187A-4BC4-95C4-BC3B19EAE940}" type="presOf" srcId="{9C3D7F6E-F9C9-4A9A-A2E9-964E20417403}" destId="{A8BA8B0D-3D79-4D67-9C88-1C5A5D373773}" srcOrd="0" destOrd="0" presId="urn:microsoft.com/office/officeart/2005/8/layout/chevron1"/>
    <dgm:cxn modelId="{D46431A4-F28C-4D5F-B4A1-F911C30BCF1F}" type="presOf" srcId="{4014E063-2E9F-4F3C-AA42-235A504E16E2}" destId="{3D4F40D0-7B57-403E-8FF0-7DB9863EB381}" srcOrd="0" destOrd="0" presId="urn:microsoft.com/office/officeart/2005/8/layout/chevron1"/>
    <dgm:cxn modelId="{C81031A9-BD3A-4D06-ABCB-4C2525EB145B}" srcId="{9C3D7F6E-F9C9-4A9A-A2E9-964E20417403}" destId="{D61705E0-6A88-4391-8C1E-A60D5889113A}" srcOrd="0" destOrd="0" parTransId="{D6D92664-6F0E-43A7-B20A-473776FE7C30}" sibTransId="{2D01FD1D-A6B2-4B9E-891A-A7EE2734118E}"/>
    <dgm:cxn modelId="{D924D1CE-B41B-4B4A-9BE2-DC1A9BEB60E7}" type="presParOf" srcId="{A8BA8B0D-3D79-4D67-9C88-1C5A5D373773}" destId="{5CA9FB17-4922-4569-9F49-7DD8C13053AC}" srcOrd="0" destOrd="0" presId="urn:microsoft.com/office/officeart/2005/8/layout/chevron1"/>
    <dgm:cxn modelId="{73EBAD97-6BC4-47AC-AD8E-0C0427F20A82}" type="presParOf" srcId="{A8BA8B0D-3D79-4D67-9C88-1C5A5D373773}" destId="{859F6428-07F9-4970-B138-C760F56A8CC7}" srcOrd="1" destOrd="0" presId="urn:microsoft.com/office/officeart/2005/8/layout/chevron1"/>
    <dgm:cxn modelId="{D40927AD-4FC0-45EF-B9E4-54F0555D3B69}" type="presParOf" srcId="{A8BA8B0D-3D79-4D67-9C88-1C5A5D373773}" destId="{4D4FA2BD-CC96-4461-ADF5-6ED919A82638}" srcOrd="2" destOrd="0" presId="urn:microsoft.com/office/officeart/2005/8/layout/chevron1"/>
    <dgm:cxn modelId="{CA0E87BA-77B2-44BB-B0AE-DACEA65656AE}" type="presParOf" srcId="{A8BA8B0D-3D79-4D67-9C88-1C5A5D373773}" destId="{AC288D0D-B5B1-4051-9C78-6BDB6D628E38}" srcOrd="3" destOrd="0" presId="urn:microsoft.com/office/officeart/2005/8/layout/chevron1"/>
    <dgm:cxn modelId="{18EF4938-83F3-4FFE-873A-A22C501AE379}" type="presParOf" srcId="{A8BA8B0D-3D79-4D67-9C88-1C5A5D373773}" destId="{3D4F40D0-7B57-403E-8FF0-7DB9863EB381}" srcOrd="4" destOrd="0" presId="urn:microsoft.com/office/officeart/2005/8/layout/chevron1"/>
  </dgm:cxnLst>
</dgm:dataModel>
</file>

<file path=ppt/graphics/data7.xml><?xml version="1.0" encoding="utf-8"?>
<dgm:dataModel xmlns:dgm="http://schemas.openxmlformats.org/drawingml/2006/diagram">
  <dgm:ptLst>
    <dgm:pt modelId="{9C3D7F6E-F9C9-4A9A-A2E9-964E20417403}" type="doc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484B77D-41CC-4251-9917-0D6AFCC8D3B3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貳、拖吊場拍賣</a:t>
          </a:r>
        </a:p>
      </dgm:t>
    </dgm:pt>
    <dgm:pt modelId="{478AA874-D5B5-4CC4-86BD-08AD9105187B}" type="parTrans" cxnId="{5834DD85-54E8-411C-A57B-F41DD26C9ED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EA93F201-14C9-4D1F-ACD8-08AEB9A25D07}" type="sibTrans" cxnId="{5834DD85-54E8-411C-A57B-F41DD26C9ED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61705E0-6A88-4391-8C1E-A60D5889113A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8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壹、績效檢討</a:t>
          </a:r>
        </a:p>
      </dgm:t>
    </dgm:pt>
    <dgm:pt modelId="{2D01FD1D-A6B2-4B9E-891A-A7EE2734118E}" type="sibTrans" cxnId="{C81031A9-BD3A-4D06-ABCB-4C2525EB145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D6D92664-6F0E-43A7-B20A-473776FE7C30}" type="parTrans" cxnId="{C81031A9-BD3A-4D06-ABCB-4C2525EB145B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4014E063-2E9F-4F3C-AA42-235A504E16E2}">
      <dgm:t>
        <a:bodyPr xmlns:a="http://schemas.openxmlformats.org/drawingml/2006/main"/>
        <a:lstStyle xmlns:a="http://schemas.openxmlformats.org/drawingml/2006/main"/>
        <a:p xmlns:a="http://schemas.openxmlformats.org/drawingml/2006/main">
          <a:r>
            <a:rPr sz="1400" b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rPr>
            <a:t>參、</a:t>
          </a:r>
          <a:r>
            <a:rPr sz="1400" b="1">
              <a:solidFill>
                <a:schemeClr val="tx1"/>
              </a:solidFill>
              <a:latin typeface="Microsoft YaHei"/>
              <a:ea typeface="Microsoft YaHei"/>
              <a:cs typeface="Microsoft YaHei"/>
            </a:rPr>
            <a:t>A1</a:t>
          </a:r>
          <a:r>
            <a:rPr sz="1400" b="1">
              <a:solidFill>
                <a:schemeClr val="tx1"/>
              </a:solidFill>
              <a:latin typeface="Microsoft YaHei"/>
              <a:ea typeface="Microsoft YaHei"/>
              <a:cs typeface="Microsoft YaHei"/>
            </a:rPr>
            <a:t>事故分析與策進作為</a:t>
          </a:r>
          <a:endParaRPr sz="1400" b="1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微軟正黑體"/>
            <a:ea typeface="微軟正黑體"/>
            <a:cs typeface="微軟正黑體"/>
          </a:endParaRPr>
        </a:p>
      </dgm:t>
    </dgm:pt>
    <dgm:pt modelId="{F3582DCD-6347-477F-87E0-2F18DEA532BC}" type="parTrans" cxnId="{207C4739-288C-44A6-AAB9-3EADC15DDA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9AA9C1CC-1967-4EEC-A613-EB3B67A89CF1}" type="sibTrans" cxnId="{207C4739-288C-44A6-AAB9-3EADC15DDAB0}">
      <dgm:t>
        <a:bodyPr xmlns:a="http://schemas.openxmlformats.org/drawingml/2006/main"/>
        <a:lstStyle xmlns:a="http://schemas.openxmlformats.org/drawingml/2006/main"/>
        <a:p xmlns:a="http://schemas.openxmlformats.org/drawingml/2006/main">
          <a:endParaRPr/>
        </a:p>
      </dgm:t>
    </dgm:pt>
    <dgm:pt modelId="{A8BA8B0D-3D79-4D67-9C88-1C5A5D373773}" type="pres"/>
    <dgm:pt modelId="{5CA9FB17-4922-4569-9F49-7DD8C13053AC}" type="pres"/>
    <dgm:pt modelId="{859F6428-07F9-4970-B138-C760F56A8CC7}" type="pres"/>
    <dgm:pt modelId="{4D4FA2BD-CC96-4461-ADF5-6ED919A82638}" type="pres"/>
    <dgm:pt modelId="{AC288D0D-B5B1-4051-9C78-6BDB6D628E38}" type="pres"/>
    <dgm:pt modelId="{3D4F40D0-7B57-403E-8FF0-7DB9863EB381}" type="pres"/>
  </dgm:ptLst>
  <dgm:cxnLst>
    <dgm:cxn modelId="{207C4739-288C-44A6-AAB9-3EADC15DDAB0}" srcId="{9C3D7F6E-F9C9-4A9A-A2E9-964E20417403}" destId="{4014E063-2E9F-4F3C-AA42-235A504E16E2}" srcOrd="2" destOrd="0" parTransId="{F3582DCD-6347-477F-87E0-2F18DEA532BC}" sibTransId="{9AA9C1CC-1967-4EEC-A613-EB3B67A89CF1}"/>
    <dgm:cxn modelId="{01277260-3B94-4AA8-98C2-7211A26A5564}" type="presOf" srcId="{D61705E0-6A88-4391-8C1E-A60D5889113A}" destId="{5CA9FB17-4922-4569-9F49-7DD8C13053AC}" srcOrd="0" destOrd="0" presId="urn:microsoft.com/office/officeart/2005/8/layout/chevron1"/>
    <dgm:cxn modelId="{5834DD85-54E8-411C-A57B-F41DD26C9ED2}" srcId="{9C3D7F6E-F9C9-4A9A-A2E9-964E20417403}" destId="{4484B77D-41CC-4251-9917-0D6AFCC8D3B3}" srcOrd="1" destOrd="0" parTransId="{478AA874-D5B5-4CC4-86BD-08AD9105187B}" sibTransId="{EA93F201-14C9-4D1F-ACD8-08AEB9A25D07}"/>
    <dgm:cxn modelId="{7713029B-5A4D-4838-9A77-8B7B7BBDE344}" type="presOf" srcId="{4484B77D-41CC-4251-9917-0D6AFCC8D3B3}" destId="{4D4FA2BD-CC96-4461-ADF5-6ED919A82638}" srcOrd="0" destOrd="0" presId="urn:microsoft.com/office/officeart/2005/8/layout/chevron1"/>
    <dgm:cxn modelId="{7D97F79F-187A-4BC4-95C4-BC3B19EAE940}" type="presOf" srcId="{9C3D7F6E-F9C9-4A9A-A2E9-964E20417403}" destId="{A8BA8B0D-3D79-4D67-9C88-1C5A5D373773}" srcOrd="0" destOrd="0" presId="urn:microsoft.com/office/officeart/2005/8/layout/chevron1"/>
    <dgm:cxn modelId="{D46431A4-F28C-4D5F-B4A1-F911C30BCF1F}" type="presOf" srcId="{4014E063-2E9F-4F3C-AA42-235A504E16E2}" destId="{3D4F40D0-7B57-403E-8FF0-7DB9863EB381}" srcOrd="0" destOrd="0" presId="urn:microsoft.com/office/officeart/2005/8/layout/chevron1"/>
    <dgm:cxn modelId="{C81031A9-BD3A-4D06-ABCB-4C2525EB145B}" srcId="{9C3D7F6E-F9C9-4A9A-A2E9-964E20417403}" destId="{D61705E0-6A88-4391-8C1E-A60D5889113A}" srcOrd="0" destOrd="0" parTransId="{D6D92664-6F0E-43A7-B20A-473776FE7C30}" sibTransId="{2D01FD1D-A6B2-4B9E-891A-A7EE2734118E}"/>
    <dgm:cxn modelId="{D924D1CE-B41B-4B4A-9BE2-DC1A9BEB60E7}" type="presParOf" srcId="{A8BA8B0D-3D79-4D67-9C88-1C5A5D373773}" destId="{5CA9FB17-4922-4569-9F49-7DD8C13053AC}" srcOrd="0" destOrd="0" presId="urn:microsoft.com/office/officeart/2005/8/layout/chevron1"/>
    <dgm:cxn modelId="{73EBAD97-6BC4-47AC-AD8E-0C0427F20A82}" type="presParOf" srcId="{A8BA8B0D-3D79-4D67-9C88-1C5A5D373773}" destId="{859F6428-07F9-4970-B138-C760F56A8CC7}" srcOrd="1" destOrd="0" presId="urn:microsoft.com/office/officeart/2005/8/layout/chevron1"/>
    <dgm:cxn modelId="{D40927AD-4FC0-45EF-B9E4-54F0555D3B69}" type="presParOf" srcId="{A8BA8B0D-3D79-4D67-9C88-1C5A5D373773}" destId="{4D4FA2BD-CC96-4461-ADF5-6ED919A82638}" srcOrd="2" destOrd="0" presId="urn:microsoft.com/office/officeart/2005/8/layout/chevron1"/>
    <dgm:cxn modelId="{CA0E87BA-77B2-44BB-B0AE-DACEA65656AE}" type="presParOf" srcId="{A8BA8B0D-3D79-4D67-9C88-1C5A5D373773}" destId="{AC288D0D-B5B1-4051-9C78-6BDB6D628E38}" srcOrd="3" destOrd="0" presId="urn:microsoft.com/office/officeart/2005/8/layout/chevron1"/>
    <dgm:cxn modelId="{18EF4938-83F3-4FFE-873A-A22C501AE379}" type="presParOf" srcId="{A8BA8B0D-3D79-4D67-9C88-1C5A5D373773}" destId="{3D4F40D0-7B57-403E-8FF0-7DB9863EB381}" srcOrd="4" destOrd="0" presId="urn:microsoft.com/office/officeart/2005/8/layout/chevron1"/>
  </dgm:cxnLst>
</dgm:dataModel>
</file>

<file path=ppt/graphics/layout1.xml><?xml version="1.0" encoding="utf-8"?>
<dgm:layoutDef xmlns:dgm="http://schemas.openxmlformats.org/drawingml/2006/diagram">
  <dgm:layoutNode name="Name0">
    <dgm:choose>
      <dgm:if func="var" arg="dir" op="equ" val="norm">
        <dgm:alg type="lin"/>
      </dgm:if>
      <dgm:else>
        <dgm:alg type="lin">
          <dgm:param type="linDir" val="fromR"/>
        </dgm:alg>
      </dgm:else>
    </dgm:choose>
    <dgm:shape/>
    <dgm:presOf/>
    <dgm:choose>
      <dgm:if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axis="ch" ptType="node">
          <dgm:layoutNode name="composite">
            <dgm:alg type="composite"/>
            <dgm:shape/>
            <dgm:presOf/>
            <dgm:choose>
              <dgm:if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alg type="tx"/>
              <dgm:choose>
                <dgm:if func="var" arg="dir" op="equ" val="norm">
                  <dgm:shape type="chevron"/>
                </dgm:if>
                <dgm:else>
                  <dgm:shape type="chevron"/>
                </dgm:else>
              </dgm:choose>
              <dgm:presOf axis="self" ptType="node"/>
              <dgm:choose>
                <dgm:if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alg type="tx">
                <dgm:param type="stBulletLvl" val="1"/>
              </dgm:alg>
              <dgm:choose>
                <dgm:if axis="ch" ptType="node" func="cnt" op="gte" val="1">
                  <dgm:shape type="rect"/>
                </dgm:if>
                <dgm:else>
                  <dgm:shape type="rect"/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axis="followSib" ptType="sibTrans" cnt="1">
            <dgm:layoutNode name="space">
              <dgm:alg type="sp"/>
              <dgm:shape/>
              <dgm:presOf/>
              <dgm:constrLst/>
              <dgm:ruleLst/>
            </dgm:layoutNode>
          </dgm:forEach>
        </dgm:forEach>
      </dgm:if>
      <dgm:else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axis="ch" ptType="node">
          <dgm:layoutNode name="parTxOnly">
            <dgm:alg type="tx"/>
            <dgm:choose>
              <dgm:if func="var" arg="dir" op="equ" val="norm">
                <dgm:shape type="chevron"/>
              </dgm:if>
              <dgm:else>
                <dgm:shape type="chevron"/>
              </dgm:else>
            </dgm:choose>
            <dgm:presOf axis="self" ptType="node"/>
            <dgm:choose>
              <dgm:if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axis="followSib" ptType="sibTrans" cnt="1">
            <dgm:layoutNode name="parTxOnlySpace">
              <dgm:alg type="sp"/>
              <dgm:shape/>
              <dgm:presOf/>
              <dgm:constrLst/>
              <dgm:ruleLst/>
            </dgm:layoutNode>
          </dgm:forEach>
        </dgm:forEach>
      </dgm:else>
    </dgm:choose>
  </dgm:layoutNode>
</dgm:layoutDef>
</file>

<file path=ppt/graphics/layout2.xml><?xml version="1.0" encoding="utf-8"?>
<dgm:layoutDef xmlns:dgm="http://schemas.openxmlformats.org/drawingml/2006/diagram">
  <dgm:layoutNode name="Name0">
    <dgm:choose>
      <dgm:if func="var" arg="dir" op="equ" val="norm">
        <dgm:alg type="lin"/>
      </dgm:if>
      <dgm:else>
        <dgm:alg type="lin">
          <dgm:param type="linDir" val="fromR"/>
        </dgm:alg>
      </dgm:else>
    </dgm:choose>
    <dgm:shape/>
    <dgm:presOf/>
    <dgm:choose>
      <dgm:if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axis="ch" ptType="node">
          <dgm:layoutNode name="composite">
            <dgm:alg type="composite"/>
            <dgm:shape/>
            <dgm:presOf/>
            <dgm:choose>
              <dgm:if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alg type="tx"/>
              <dgm:choose>
                <dgm:if func="var" arg="dir" op="equ" val="norm">
                  <dgm:shape type="chevron"/>
                </dgm:if>
                <dgm:else>
                  <dgm:shape type="chevron"/>
                </dgm:else>
              </dgm:choose>
              <dgm:presOf axis="self" ptType="node"/>
              <dgm:choose>
                <dgm:if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alg type="tx">
                <dgm:param type="stBulletLvl" val="1"/>
              </dgm:alg>
              <dgm:choose>
                <dgm:if axis="ch" ptType="node" func="cnt" op="gte" val="1">
                  <dgm:shape type="rect"/>
                </dgm:if>
                <dgm:else>
                  <dgm:shape type="rect"/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axis="followSib" ptType="sibTrans" cnt="1">
            <dgm:layoutNode name="space">
              <dgm:alg type="sp"/>
              <dgm:shape/>
              <dgm:presOf/>
              <dgm:constrLst/>
              <dgm:ruleLst/>
            </dgm:layoutNode>
          </dgm:forEach>
        </dgm:forEach>
      </dgm:if>
      <dgm:else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axis="ch" ptType="node">
          <dgm:layoutNode name="parTxOnly">
            <dgm:alg type="tx"/>
            <dgm:choose>
              <dgm:if func="var" arg="dir" op="equ" val="norm">
                <dgm:shape type="chevron"/>
              </dgm:if>
              <dgm:else>
                <dgm:shape type="chevron"/>
              </dgm:else>
            </dgm:choose>
            <dgm:presOf axis="self" ptType="node"/>
            <dgm:choose>
              <dgm:if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axis="followSib" ptType="sibTrans" cnt="1">
            <dgm:layoutNode name="parTxOnlySpace">
              <dgm:alg type="sp"/>
              <dgm:shape/>
              <dgm:presOf/>
              <dgm:constrLst/>
              <dgm:ruleLst/>
            </dgm:layoutNode>
          </dgm:forEach>
        </dgm:forEach>
      </dgm:else>
    </dgm:choose>
  </dgm:layoutNode>
</dgm:layoutDef>
</file>

<file path=ppt/graphics/layout3.xml><?xml version="1.0" encoding="utf-8"?>
<dgm:layoutDef xmlns:dgm="http://schemas.openxmlformats.org/drawingml/2006/diagram">
  <dgm:layoutNode name="Name0">
    <dgm:choose>
      <dgm:if func="var" arg="dir" op="equ" val="norm">
        <dgm:alg type="lin"/>
      </dgm:if>
      <dgm:else>
        <dgm:alg type="lin">
          <dgm:param type="linDir" val="fromR"/>
        </dgm:alg>
      </dgm:else>
    </dgm:choose>
    <dgm:shape/>
    <dgm:presOf/>
    <dgm:choose>
      <dgm:if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axis="ch" ptType="node">
          <dgm:layoutNode name="composite">
            <dgm:alg type="composite"/>
            <dgm:shape/>
            <dgm:presOf/>
            <dgm:choose>
              <dgm:if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alg type="tx"/>
              <dgm:choose>
                <dgm:if func="var" arg="dir" op="equ" val="norm">
                  <dgm:shape type="chevron"/>
                </dgm:if>
                <dgm:else>
                  <dgm:shape type="chevron"/>
                </dgm:else>
              </dgm:choose>
              <dgm:presOf axis="self" ptType="node"/>
              <dgm:choose>
                <dgm:if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alg type="tx">
                <dgm:param type="stBulletLvl" val="1"/>
              </dgm:alg>
              <dgm:choose>
                <dgm:if axis="ch" ptType="node" func="cnt" op="gte" val="1">
                  <dgm:shape type="rect"/>
                </dgm:if>
                <dgm:else>
                  <dgm:shape type="rect"/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axis="followSib" ptType="sibTrans" cnt="1">
            <dgm:layoutNode name="space">
              <dgm:alg type="sp"/>
              <dgm:shape/>
              <dgm:presOf/>
              <dgm:constrLst/>
              <dgm:ruleLst/>
            </dgm:layoutNode>
          </dgm:forEach>
        </dgm:forEach>
      </dgm:if>
      <dgm:else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axis="ch" ptType="node">
          <dgm:layoutNode name="parTxOnly">
            <dgm:alg type="tx"/>
            <dgm:choose>
              <dgm:if func="var" arg="dir" op="equ" val="norm">
                <dgm:shape type="chevron"/>
              </dgm:if>
              <dgm:else>
                <dgm:shape type="chevron"/>
              </dgm:else>
            </dgm:choose>
            <dgm:presOf axis="self" ptType="node"/>
            <dgm:choose>
              <dgm:if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axis="followSib" ptType="sibTrans" cnt="1">
            <dgm:layoutNode name="parTxOnlySpace">
              <dgm:alg type="sp"/>
              <dgm:shape/>
              <dgm:presOf/>
              <dgm:constrLst/>
              <dgm:ruleLst/>
            </dgm:layoutNode>
          </dgm:forEach>
        </dgm:forEach>
      </dgm:else>
    </dgm:choose>
  </dgm:layoutNode>
</dgm:layoutDef>
</file>

<file path=ppt/graphics/layout4.xml><?xml version="1.0" encoding="utf-8"?>
<dgm:layoutDef xmlns:dgm="http://schemas.openxmlformats.org/drawingml/2006/diagram">
  <dgm:layoutNode name="Name0">
    <dgm:choose>
      <dgm:if func="var" arg="dir" op="equ" val="norm">
        <dgm:alg type="lin"/>
      </dgm:if>
      <dgm:else>
        <dgm:alg type="lin">
          <dgm:param type="linDir" val="fromR"/>
        </dgm:alg>
      </dgm:else>
    </dgm:choose>
    <dgm:shape/>
    <dgm:presOf/>
    <dgm:choose>
      <dgm:if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axis="ch" ptType="node">
          <dgm:layoutNode name="composite">
            <dgm:alg type="composite"/>
            <dgm:shape/>
            <dgm:presOf/>
            <dgm:choose>
              <dgm:if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alg type="tx"/>
              <dgm:choose>
                <dgm:if func="var" arg="dir" op="equ" val="norm">
                  <dgm:shape type="chevron"/>
                </dgm:if>
                <dgm:else>
                  <dgm:shape type="chevron"/>
                </dgm:else>
              </dgm:choose>
              <dgm:presOf axis="self" ptType="node"/>
              <dgm:choose>
                <dgm:if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alg type="tx">
                <dgm:param type="stBulletLvl" val="1"/>
              </dgm:alg>
              <dgm:choose>
                <dgm:if axis="ch" ptType="node" func="cnt" op="gte" val="1">
                  <dgm:shape type="rect"/>
                </dgm:if>
                <dgm:else>
                  <dgm:shape type="rect"/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axis="followSib" ptType="sibTrans" cnt="1">
            <dgm:layoutNode name="space">
              <dgm:alg type="sp"/>
              <dgm:shape/>
              <dgm:presOf/>
              <dgm:constrLst/>
              <dgm:ruleLst/>
            </dgm:layoutNode>
          </dgm:forEach>
        </dgm:forEach>
      </dgm:if>
      <dgm:else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axis="ch" ptType="node">
          <dgm:layoutNode name="parTxOnly">
            <dgm:alg type="tx"/>
            <dgm:choose>
              <dgm:if func="var" arg="dir" op="equ" val="norm">
                <dgm:shape type="chevron"/>
              </dgm:if>
              <dgm:else>
                <dgm:shape type="chevron"/>
              </dgm:else>
            </dgm:choose>
            <dgm:presOf axis="self" ptType="node"/>
            <dgm:choose>
              <dgm:if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axis="followSib" ptType="sibTrans" cnt="1">
            <dgm:layoutNode name="parTxOnlySpace">
              <dgm:alg type="sp"/>
              <dgm:shape/>
              <dgm:presOf/>
              <dgm:constrLst/>
              <dgm:ruleLst/>
            </dgm:layoutNode>
          </dgm:forEach>
        </dgm:forEach>
      </dgm:else>
    </dgm:choose>
  </dgm:layoutNode>
</dgm:layoutDef>
</file>

<file path=ppt/graphics/layout5.xml><?xml version="1.0" encoding="utf-8"?>
<dgm:layoutDef xmlns:dgm="http://schemas.openxmlformats.org/drawingml/2006/diagram">
  <dgm:layoutNode name="Name0">
    <dgm:choose>
      <dgm:if func="var" arg="dir" op="equ" val="norm">
        <dgm:alg type="lin"/>
      </dgm:if>
      <dgm:else>
        <dgm:alg type="lin">
          <dgm:param type="linDir" val="fromR"/>
        </dgm:alg>
      </dgm:else>
    </dgm:choose>
    <dgm:shape/>
    <dgm:presOf/>
    <dgm:choose>
      <dgm:if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axis="ch" ptType="node">
          <dgm:layoutNode name="composite">
            <dgm:alg type="composite"/>
            <dgm:shape/>
            <dgm:presOf/>
            <dgm:choose>
              <dgm:if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alg type="tx"/>
              <dgm:choose>
                <dgm:if func="var" arg="dir" op="equ" val="norm">
                  <dgm:shape type="chevron"/>
                </dgm:if>
                <dgm:else>
                  <dgm:shape type="chevron"/>
                </dgm:else>
              </dgm:choose>
              <dgm:presOf axis="self" ptType="node"/>
              <dgm:choose>
                <dgm:if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alg type="tx">
                <dgm:param type="stBulletLvl" val="1"/>
              </dgm:alg>
              <dgm:choose>
                <dgm:if axis="ch" ptType="node" func="cnt" op="gte" val="1">
                  <dgm:shape type="rect"/>
                </dgm:if>
                <dgm:else>
                  <dgm:shape type="rect"/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axis="followSib" ptType="sibTrans" cnt="1">
            <dgm:layoutNode name="space">
              <dgm:alg type="sp"/>
              <dgm:shape/>
              <dgm:presOf/>
              <dgm:constrLst/>
              <dgm:ruleLst/>
            </dgm:layoutNode>
          </dgm:forEach>
        </dgm:forEach>
      </dgm:if>
      <dgm:else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axis="ch" ptType="node">
          <dgm:layoutNode name="parTxOnly">
            <dgm:alg type="tx"/>
            <dgm:choose>
              <dgm:if func="var" arg="dir" op="equ" val="norm">
                <dgm:shape type="chevron"/>
              </dgm:if>
              <dgm:else>
                <dgm:shape type="chevron"/>
              </dgm:else>
            </dgm:choose>
            <dgm:presOf axis="self" ptType="node"/>
            <dgm:choose>
              <dgm:if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axis="followSib" ptType="sibTrans" cnt="1">
            <dgm:layoutNode name="parTxOnlySpace">
              <dgm:alg type="sp"/>
              <dgm:shape/>
              <dgm:presOf/>
              <dgm:constrLst/>
              <dgm:ruleLst/>
            </dgm:layoutNode>
          </dgm:forEach>
        </dgm:forEach>
      </dgm:else>
    </dgm:choose>
  </dgm:layoutNode>
</dgm:layoutDef>
</file>

<file path=ppt/graphics/layout6.xml><?xml version="1.0" encoding="utf-8"?>
<dgm:layoutDef xmlns:dgm="http://schemas.openxmlformats.org/drawingml/2006/diagram">
  <dgm:layoutNode name="Name0">
    <dgm:choose>
      <dgm:if func="var" arg="dir" op="equ" val="norm">
        <dgm:alg type="lin"/>
      </dgm:if>
      <dgm:else>
        <dgm:alg type="lin">
          <dgm:param type="linDir" val="fromR"/>
        </dgm:alg>
      </dgm:else>
    </dgm:choose>
    <dgm:shape/>
    <dgm:presOf/>
    <dgm:choose>
      <dgm:if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axis="ch" ptType="node">
          <dgm:layoutNode name="composite">
            <dgm:alg type="composite"/>
            <dgm:shape/>
            <dgm:presOf/>
            <dgm:choose>
              <dgm:if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alg type="tx"/>
              <dgm:choose>
                <dgm:if func="var" arg="dir" op="equ" val="norm">
                  <dgm:shape type="chevron"/>
                </dgm:if>
                <dgm:else>
                  <dgm:shape type="chevron"/>
                </dgm:else>
              </dgm:choose>
              <dgm:presOf axis="self" ptType="node"/>
              <dgm:choose>
                <dgm:if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alg type="tx">
                <dgm:param type="stBulletLvl" val="1"/>
              </dgm:alg>
              <dgm:choose>
                <dgm:if axis="ch" ptType="node" func="cnt" op="gte" val="1">
                  <dgm:shape type="rect"/>
                </dgm:if>
                <dgm:else>
                  <dgm:shape type="rect"/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axis="followSib" ptType="sibTrans" cnt="1">
            <dgm:layoutNode name="space">
              <dgm:alg type="sp"/>
              <dgm:shape/>
              <dgm:presOf/>
              <dgm:constrLst/>
              <dgm:ruleLst/>
            </dgm:layoutNode>
          </dgm:forEach>
        </dgm:forEach>
      </dgm:if>
      <dgm:else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axis="ch" ptType="node">
          <dgm:layoutNode name="parTxOnly">
            <dgm:alg type="tx"/>
            <dgm:choose>
              <dgm:if func="var" arg="dir" op="equ" val="norm">
                <dgm:shape type="chevron"/>
              </dgm:if>
              <dgm:else>
                <dgm:shape type="chevron"/>
              </dgm:else>
            </dgm:choose>
            <dgm:presOf axis="self" ptType="node"/>
            <dgm:choose>
              <dgm:if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axis="followSib" ptType="sibTrans" cnt="1">
            <dgm:layoutNode name="parTxOnlySpace">
              <dgm:alg type="sp"/>
              <dgm:shape/>
              <dgm:presOf/>
              <dgm:constrLst/>
              <dgm:ruleLst/>
            </dgm:layoutNode>
          </dgm:forEach>
        </dgm:forEach>
      </dgm:else>
    </dgm:choose>
  </dgm:layoutNode>
</dgm:layoutDef>
</file>

<file path=ppt/graphics/layout7.xml><?xml version="1.0" encoding="utf-8"?>
<dgm:layoutDef xmlns:dgm="http://schemas.openxmlformats.org/drawingml/2006/diagram">
  <dgm:layoutNode name="Name0">
    <dgm:choose>
      <dgm:if func="var" arg="dir" op="equ" val="norm">
        <dgm:alg type="lin"/>
      </dgm:if>
      <dgm:else>
        <dgm:alg type="lin">
          <dgm:param type="linDir" val="fromR"/>
        </dgm:alg>
      </dgm:else>
    </dgm:choose>
    <dgm:shape/>
    <dgm:presOf/>
    <dgm:choose>
      <dgm:if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axis="ch" ptType="node">
          <dgm:layoutNode name="composite">
            <dgm:alg type="composite"/>
            <dgm:shape/>
            <dgm:presOf/>
            <dgm:choose>
              <dgm:if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alg type="tx"/>
              <dgm:choose>
                <dgm:if func="var" arg="dir" op="equ" val="norm">
                  <dgm:shape type="chevron"/>
                </dgm:if>
                <dgm:else>
                  <dgm:shape type="chevron"/>
                </dgm:else>
              </dgm:choose>
              <dgm:presOf axis="self" ptType="node"/>
              <dgm:choose>
                <dgm:if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alg type="tx">
                <dgm:param type="stBulletLvl" val="1"/>
              </dgm:alg>
              <dgm:choose>
                <dgm:if axis="ch" ptType="node" func="cnt" op="gte" val="1">
                  <dgm:shape type="rect"/>
                </dgm:if>
                <dgm:else>
                  <dgm:shape type="rect"/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axis="followSib" ptType="sibTrans" cnt="1">
            <dgm:layoutNode name="space">
              <dgm:alg type="sp"/>
              <dgm:shape/>
              <dgm:presOf/>
              <dgm:constrLst/>
              <dgm:ruleLst/>
            </dgm:layoutNode>
          </dgm:forEach>
        </dgm:forEach>
      </dgm:if>
      <dgm:else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axis="ch" ptType="node">
          <dgm:layoutNode name="parTxOnly">
            <dgm:alg type="tx"/>
            <dgm:choose>
              <dgm:if func="var" arg="dir" op="equ" val="norm">
                <dgm:shape type="chevron"/>
              </dgm:if>
              <dgm:else>
                <dgm:shape type="chevron"/>
              </dgm:else>
            </dgm:choose>
            <dgm:presOf axis="self" ptType="node"/>
            <dgm:choose>
              <dgm:if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axis="followSib" ptType="sibTrans" cnt="1">
            <dgm:layoutNode name="parTxOnlySpace">
              <dgm:alg type="sp"/>
              <dgm:shape/>
              <dgm:presOf/>
              <dgm:constrLst/>
              <dgm:ruleLst/>
            </dgm:layoutNode>
          </dgm:forEach>
        </dgm:forEach>
      </dgm:else>
    </dgm:choose>
  </dgm:layoutNode>
</dgm:layoutDef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8.xml" Id="R923340cb6cb948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8.xml><?xml version="1.0" encoding="utf-8"?>
<a:theme xmlns:a="http://schemas.openxmlformats.org/drawingml/2006/main" name="1_簡報範本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簡報範本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013e22f55843bb" /><Relationship Type="http://schemas.openxmlformats.org/officeDocument/2006/relationships/notesMaster" Target="/ppt/notesMasters/notesMaster1.xml" Id="R6ccd5bb583f841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a938be898547dc" /><Relationship Type="http://schemas.openxmlformats.org/officeDocument/2006/relationships/notesMaster" Target="/ppt/notesMasters/notesMaster1.xml" Id="R66a1bb905af84d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12ccef10824542" /><Relationship Type="http://schemas.openxmlformats.org/officeDocument/2006/relationships/notesMaster" Target="/ppt/notesMasters/notesMaster1.xml" Id="R2cad7380451543b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5cdfe3314949e5" /><Relationship Type="http://schemas.openxmlformats.org/officeDocument/2006/relationships/notesMaster" Target="/ppt/notesMasters/notesMaster1.xml" Id="R85fd2d6054884d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1b787e605c4a8c" /><Relationship Type="http://schemas.openxmlformats.org/officeDocument/2006/relationships/notesMaster" Target="/ppt/notesMasters/notesMaster1.xml" Id="R1d2e643dc55e44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dfd248283448d1" /><Relationship Type="http://schemas.openxmlformats.org/officeDocument/2006/relationships/notesMaster" Target="/ppt/notesMasters/notesMaster1.xml" Id="Rf29d3082fed543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2cdd7ad51514606" /><Relationship Type="http://schemas.openxmlformats.org/officeDocument/2006/relationships/notesMaster" Target="/ppt/notesMasters/notesMaster1.xml" Id="R5b3dcd34197943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[AutoFill]</a:t>
            </a:r>
            <a:endParaRPr/>
          </a:p>
          <a:p xmlns:a="http://schemas.openxmlformats.org/drawingml/2006/main">
            <a:r>
              <a:t>This deck is a clean data-entry template. Replace short {{tokens}} only.</a:t>
            </a:r>
            <a:endParaRPr/>
          </a:p>
          <a:p xmlns:a="http://schemas.openxmlformats.org/drawingml/2006/main">
            <a:r>
              <a:t>Use Excel 件數 as the aggregation measure.</a:t>
            </a:r>
            <a:endParaRPr/>
          </a:p>
          <a:p xmlns:a="http://schemas.openxmlformats.org/drawingml/2006/main"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  <a:endParaRPr/>
          </a:p>
          <a:p xmlns:a="http://schemas.openxmlformats.org/drawingml/2006/main">
            <a:r>
              <a:t>Long labels must be shortened before insertion; do not change frame geometry.</a:t>
            </a:r>
            <a:endParaRPr/>
          </a:p>
          <a:p xmlns:a="http://schemas.openxmlformats.org/drawingml/2006/main">
            <a:r>
              <a:t>[/AutoFill]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[AutoFill]</a:t>
            </a:r>
            <a:endParaRPr/>
          </a:p>
          <a:p xmlns:a="http://schemas.openxmlformats.org/drawingml/2006/main">
            <a:r>
              <a:t>This deck is a clean data-entry template. Replace short {{tokens}} only.</a:t>
            </a:r>
            <a:endParaRPr/>
          </a:p>
          <a:p xmlns:a="http://schemas.openxmlformats.org/drawingml/2006/main">
            <a:r>
              <a:t>Use Excel 件數 as the aggregation measure.</a:t>
            </a:r>
            <a:endParaRPr/>
          </a:p>
          <a:p xmlns:a="http://schemas.openxmlformats.org/drawingml/2006/main"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  <a:endParaRPr/>
          </a:p>
          <a:p xmlns:a="http://schemas.openxmlformats.org/drawingml/2006/main">
            <a:r>
              <a:t>Long labels must be shortened before insertion; do not change frame geometry.</a:t>
            </a:r>
            <a:endParaRPr/>
          </a:p>
          <a:p xmlns:a="http://schemas.openxmlformats.org/drawingml/2006/main">
            <a:r>
              <a:t>[/AutoFill]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[AutoFill]</a:t>
            </a:r>
          </a:p>
          <a:p xmlns:a="http://schemas.openxmlformats.org/drawingml/2006/main">
            <a:r>
              <a:t>This deck is a clean data-entry template. Replace short {{tokens}} only.</a:t>
            </a:r>
          </a:p>
          <a:p xmlns:a="http://schemas.openxmlformats.org/drawingml/2006/main">
            <a:r>
              <a:t>Use Excel 件數 as the aggregation measure.</a:t>
            </a:r>
          </a:p>
          <a:p xmlns:a="http://schemas.openxmlformats.org/drawingml/2006/main"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 xmlns:a="http://schemas.openxmlformats.org/drawingml/2006/main">
            <a:r>
              <a:t>Long labels must be shortened before insertion; do not change frame geometry.</a:t>
            </a:r>
          </a:p>
          <a:p xmlns:a="http://schemas.openxmlformats.org/drawingml/2006/main">
            <a:r>
              <a:t>[/AutoFill]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[AutoFill]</a:t>
            </a:r>
            <a:endParaRPr/>
          </a:p>
          <a:p xmlns:a="http://schemas.openxmlformats.org/drawingml/2006/main">
            <a:r>
              <a:t>This deck is a clean data-entry template. Replace short {{tokens}} only.</a:t>
            </a:r>
            <a:endParaRPr/>
          </a:p>
          <a:p xmlns:a="http://schemas.openxmlformats.org/drawingml/2006/main">
            <a:r>
              <a:t>Use Excel 件數 as the aggregation measure.</a:t>
            </a:r>
            <a:endParaRPr/>
          </a:p>
          <a:p xmlns:a="http://schemas.openxmlformats.org/drawingml/2006/main"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  <a:endParaRPr/>
          </a:p>
          <a:p xmlns:a="http://schemas.openxmlformats.org/drawingml/2006/main">
            <a:r>
              <a:t>Long labels must be shortened before insertion; do not change frame geometry.</a:t>
            </a:r>
            <a:endParaRPr/>
          </a:p>
          <a:p xmlns:a="http://schemas.openxmlformats.org/drawingml/2006/main">
            <a:r>
              <a:t>[/AutoFill]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[AutoFill]</a:t>
            </a:r>
          </a:p>
          <a:p xmlns:a="http://schemas.openxmlformats.org/drawingml/2006/main">
            <a:r>
              <a:t>This deck is a clean data-entry template. Replace short {{tokens}} only.</a:t>
            </a:r>
          </a:p>
          <a:p xmlns:a="http://schemas.openxmlformats.org/drawingml/2006/main">
            <a:r>
              <a:t>Use Excel 件數 as the aggregation measure.</a:t>
            </a:r>
          </a:p>
          <a:p xmlns:a="http://schemas.openxmlformats.org/drawingml/2006/main"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 xmlns:a="http://schemas.openxmlformats.org/drawingml/2006/main">
            <a:r>
              <a:t>Long labels must be shortened before insertion; do not change frame geometry.</a:t>
            </a:r>
          </a:p>
          <a:p xmlns:a="http://schemas.openxmlformats.org/drawingml/2006/main">
            <a:r>
              <a:t>[/AutoFill]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[AutoFill]</a:t>
            </a:r>
          </a:p>
          <a:p xmlns:a="http://schemas.openxmlformats.org/drawingml/2006/main">
            <a:r>
              <a:t>This deck is a clean data-entry template. Replace short {{tokens}} only.</a:t>
            </a:r>
          </a:p>
          <a:p xmlns:a="http://schemas.openxmlformats.org/drawingml/2006/main">
            <a:r>
              <a:t>Use Excel 件數 as the aggregation measure.</a:t>
            </a:r>
          </a:p>
          <a:p xmlns:a="http://schemas.openxmlformats.org/drawingml/2006/main"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</a:p>
          <a:p xmlns:a="http://schemas.openxmlformats.org/drawingml/2006/main">
            <a:r>
              <a:t>Long labels must be shortened before insertion; do not change frame geometry.</a:t>
            </a:r>
          </a:p>
          <a:p xmlns:a="http://schemas.openxmlformats.org/drawingml/2006/main">
            <a:r>
              <a:t>[/AutoFill]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[AutoFill]</a:t>
            </a:r>
            <a:endParaRPr/>
          </a:p>
          <a:p xmlns:a="http://schemas.openxmlformats.org/drawingml/2006/main">
            <a:r>
              <a:t>This deck is a clean data-entry template. Replace short {{tokens}} only.</a:t>
            </a:r>
            <a:endParaRPr/>
          </a:p>
          <a:p xmlns:a="http://schemas.openxmlformats.org/drawingml/2006/main">
            <a:r>
              <a:t>Use Excel 件數 as the aggregation measure.</a:t>
            </a:r>
            <a:endParaRPr/>
          </a:p>
          <a:p xmlns:a="http://schemas.openxmlformats.org/drawingml/2006/main">
            <a:r>
              <a:t>Field groups: A/A1-A2 KPI; R/N road name/count; I/IN intersection name/count; T/TN time/count; C/CN cause/count; AAG/AN age label/count; V/VN vehicle label/count; A1T/A1L/A1C/A1V/A1F/A1N fatal detail; E/F enforcement.</a:t>
            </a:r>
            <a:endParaRPr/>
          </a:p>
          <a:p xmlns:a="http://schemas.openxmlformats.org/drawingml/2006/main">
            <a:r>
              <a:t>Long labels must be shortened before insertion; do not change frame geometry.</a:t>
            </a:r>
            <a:endParaRPr/>
          </a:p>
          <a:p xmlns:a="http://schemas.openxmlformats.org/drawingml/2006/main">
            <a:r>
              <a:t>[/AutoFill]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d24ea7fac642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f3dab5246a4d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d07dfe3f84feb" /><Relationship Type="http://schemas.openxmlformats.org/officeDocument/2006/relationships/image" Target="/ppt/media/image4.png" Id="Rbbe88456dc3b40c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d574121cac4c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4657e0ad5c4f0d" /></Relationships>
</file>

<file path=ppt/slideLayouts/slideLayout1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B14399E6-292A-482A-A2D7-054F294DE8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543" y="296655"/>
            <a:ext cx="8229601" cy="97210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550" b="0" kern="1200" cap="none" spc="0">
                <a:ln>
                  <a:noFill/>
                </a:ln>
                <a:solidFill>
                  <a:schemeClr val="tx1"/>
                </a:solidFill>
                <a:latin typeface="標楷體"/>
                <a:ea typeface="標楷體"/>
                <a:cs typeface="標楷體"/>
              </a:defRPr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A43EA425-C431-4018-851F-327E370BFC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412777"/>
            <a:ext cx="8229600" cy="4896544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  <a:lvl2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2pPr>
            <a:lvl3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3pPr>
            <a:lvl4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4pPr>
            <a:lvl5pPr>
              <a:buNone/>
              <a:defRPr sz="2025" b="0" kern="1200" cap="none" spc="0">
                <a:ln>
                  <a:noFill/>
                </a:ln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5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userDrawn="1">
  <p:cSld name="2_標題投影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圖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88456dc3b40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6410" y="3404"/>
            <a:ext cx="9165365" cy="685758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版面配置區 1">
            <a:extLst xmlns:a="http://schemas.openxmlformats.org/drawingml/2006/main">
              <a:ext uri="{FF2B5EF4-FFF2-40B4-BE49-F238E27FC236}">
                <a16:creationId xmlns:a16="http://schemas.microsoft.com/office/drawing/2014/main" id="{B7BD0E7A-BF42-4077-98F5-A4989E3875C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defTabSz="685800">
              <a:buNone/>
            </a:pPr>
            <a:fld id="{C04973F0-E5E5-4ECC-85D7-C5D3A29E4D8F}" type="datetimeFigureOut">
              <a:rPr>
                <a:solidFill>
                  <a:prstClr val="black">
                    <a:tint val="75000"/>
                  </a:prstClr>
                </a:solidFill>
              </a:rPr>
              <a:t>2026/8/10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頁尾版面配置區 2">
            <a:extLst xmlns:a="http://schemas.openxmlformats.org/drawingml/2006/main">
              <a:ext uri="{FF2B5EF4-FFF2-40B4-BE49-F238E27FC236}">
                <a16:creationId xmlns:a16="http://schemas.microsoft.com/office/drawing/2014/main" id="{B53EF3B4-BE98-4D41-BA6C-E9CC5D6DB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defTabSz="685800">
              <a:buNone/>
            </a:pPr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5E8A5053-CB11-4949-81C8-1170A348E7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defTabSz="685800">
              <a:buNone/>
            </a:pPr>
            <a:fld id="{BEC84D97-66BB-4CE3-8DD1-A5E1B9500866}" type="slidenum">
              <a:rPr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vertTx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82DCCC-8C4D-4FE2-B712-A4F1693F09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6F6AB1-4845-4B24-B4DD-BBADA130C6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5199A5-EAC5-41B1-9FC8-1CA4461FC1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945AB5A-8E6F-49DD-BD81-9DAF71C4A4B5}" type="datetimeFigureOut">
              <a:t>2026/8/10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D46AFA-B9D7-4450-AC29-5FC69ECD31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CA48AC0-3462-496E-8EDF-0071E9FBA8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4814C81-BE6E-4C9D-869D-B5AB15501E2C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f0136780a6e4366" /><Relationship Type="http://schemas.openxmlformats.org/officeDocument/2006/relationships/theme" Target="/ppt/slideMasters/theme/theme2.xml" Id="Rfe0c93e5b16f4841" /><Relationship Type="http://schemas.openxmlformats.org/officeDocument/2006/relationships/slideLayout" Target="/ppt/slideLayouts/slideLayout1.xml" Id="Rfceca11bcfca4b31" /><Relationship Type="http://schemas.openxmlformats.org/officeDocument/2006/relationships/slideLayout" Target="/ppt/slideLayouts/slideLayout2.xml" Id="R6aa18c8353ad4a7f" /><Relationship Type="http://schemas.openxmlformats.org/officeDocument/2006/relationships/slideLayout" Target="/ppt/slideLayouts/slideLayout3.xml" Id="Rf46b35a5f93a490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34bc8e760e94650" /><Relationship Type="http://schemas.openxmlformats.org/officeDocument/2006/relationships/slideLayout" Target="/ppt/slideLayouts/slideLayout4.xml" Id="R9a527114d59e408d" /><Relationship Type="http://schemas.openxmlformats.org/officeDocument/2006/relationships/slideLayout" Target="/ppt/slideLayouts/slideLayout5.xml" Id="Rbf7a7932dddf4ef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05a4e2a493fd4fa2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2.png" Id="Rbee65b75f31d4782" /><Relationship Type="http://schemas.openxmlformats.org/officeDocument/2006/relationships/image" Target="/ppt/media/image3.png" Id="R1b081c9ef77640dd" /><Relationship Type="http://schemas.openxmlformats.org/officeDocument/2006/relationships/theme" Target="/ppt/slideMasters/theme/theme5.xml" Id="Rb2a7bf8669db449c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6673a08f13c44dfd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67ee2254b30f438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53062" name="圖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136780a6e43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453060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8153409-7D9B-40AF-BDAF-10C4FC68C7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556" y="1484784"/>
            <a:ext cx="8235537" cy="4752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D2F9E70B-69E0-4D1E-95E6-453FBA63F3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543" y="188934"/>
            <a:ext cx="8229601" cy="972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6" name="文字方塊 5">
            <a:extLst xmlns:a="http://schemas.openxmlformats.org/drawingml/2006/main">
              <a:ext uri="{FF2B5EF4-FFF2-40B4-BE49-F238E27FC236}">
                <a16:creationId xmlns:a16="http://schemas.microsoft.com/office/drawing/2014/main" id="{233A1225-0DF7-4805-8344-0FFEE21F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904" y="6507337"/>
            <a:ext cx="1728192" cy="300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3041F4FC-3B41-4BAA-81BB-5B6275365D34}" type="slidenum">
              <a:rPr sz="135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‹#›</a:t>
            </a:fld>
            <a:endParaRPr sz="135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eca11bcfca4b31"/>
    <p:sldLayoutId xmlns:r="http://schemas.openxmlformats.org/officeDocument/2006/relationships" id="2147483650" r:id="R6aa18c8353ad4a7f"/>
    <p:sldLayoutId xmlns:r="http://schemas.openxmlformats.org/officeDocument/2006/relationships" id="2147483651" r:id="Rf46b35a5f93a4907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+mj-lt"/>
          <a:ea typeface="+mj-lt"/>
          <a:cs typeface="+mj-lt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5pPr>
      <a:lvl6pPr xmlns:a="http://schemas.openxmlformats.org/drawingml/2006/main" marL="3429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6pPr>
      <a:lvl7pPr xmlns:a="http://schemas.openxmlformats.org/drawingml/2006/main" marL="6858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7pPr>
      <a:lvl8pPr xmlns:a="http://schemas.openxmlformats.org/drawingml/2006/main" marL="10287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8pPr>
      <a:lvl9pPr xmlns:a="http://schemas.openxmlformats.org/drawingml/2006/main" marL="13716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0" indent="0" algn="l">
        <a:spcBef>
          <a:spcPct val="20000"/>
        </a:spcBef>
        <a:spcAft>
          <a:spcPct val="0"/>
        </a:spcAft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indent="0" algn="l">
        <a:spcBef>
          <a:spcPct val="20000"/>
        </a:spcBef>
        <a:spcAft>
          <a:spcPct val="0"/>
        </a:spcAft>
        <a:buNone/>
        <a:defRPr sz="21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indent="0" algn="l">
        <a:spcBef>
          <a:spcPct val="20000"/>
        </a:spcBef>
        <a:spcAft>
          <a:spcPct val="0"/>
        </a:spcAft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indent="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indent="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A3FDAB56-F55C-425B-B9B2-A7AAC9A92C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D216103A-1E8D-41F2-A58B-6246885377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FFDDA9D8-E03C-47DB-B086-D40AAA3AF99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04973F0-E5E5-4ECC-85D7-C5D3A29E4D8F}" type="datetimeFigureOut">
              <a:t>2026/8/10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4B62410B-DB1E-4AB7-9BD4-084AA5F9D57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3DBDCEA0-8760-4FCE-B78E-5D1C1EE14C5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EC84D97-66BB-4CE3-8DD1-A5E1B950086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9a527114d59e408d"/>
    <p:sldLayoutId xmlns:r="http://schemas.openxmlformats.org/officeDocument/2006/relationships" id="2147483654" r:id="Rbf7a7932dddf4efb"/>
  </p:sldLayoutIdLst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C6620CF3-52A6-4776-A524-AD6F760811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63F10030-3269-437C-B704-E153521753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C43A9EF8-DE04-4912-8DF6-1114F8DB735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9F6752A-2D21-43FF-89C5-0F271582C1A9}" type="datetime1">
              <a:t>2026/8/10</a:t>
            </a:fld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98BBA3E7-63A9-46A0-9EA5-7BBE6ABF8D3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9A58A81C-DD45-4247-8D29-7A216EB4D60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F1C8CD1E-C0AC-407A-8ED4-15814CBCC3E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hf hdr="0" ftr="0" dt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標楷體"/>
          <a:ea typeface="標楷體"/>
          <a:cs typeface="標楷體"/>
        </a:defRPr>
      </a:lvl1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標楷體"/>
          <a:ea typeface="標楷體"/>
          <a:cs typeface="標楷體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標楷體"/>
          <a:ea typeface="標楷體"/>
          <a:cs typeface="標楷體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標楷體"/>
          <a:ea typeface="標楷體"/>
          <a:cs typeface="標楷體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標楷體"/>
          <a:ea typeface="標楷體"/>
          <a:cs typeface="標楷體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標楷體"/>
          <a:ea typeface="標楷體"/>
          <a:cs typeface="標楷體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53063" name="圖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65b75f31d47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72" y="0"/>
            <a:ext cx="9134829" cy="6858000"/>
          </a:xfrm>
          <a:prstGeom xmlns:a="http://schemas.openxmlformats.org/drawingml/2006/main" prst="rect">
            <a:avLst/>
          </a:prstGeom>
        </p:spPr>
      </p:pic>
      <p:sp>
        <p:nvSpPr>
          <p:cNvPr id="1453060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CF80567-2DF9-4060-88F7-0630B23843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556" y="1484784"/>
            <a:ext cx="8235537" cy="4752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0D8DE35C-8CE1-4D5D-AA49-9EE20D9ACD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543" y="188934"/>
            <a:ext cx="8229601" cy="9721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6" name="文字方塊 5">
            <a:extLst xmlns:a="http://schemas.openxmlformats.org/drawingml/2006/main">
              <a:ext uri="{FF2B5EF4-FFF2-40B4-BE49-F238E27FC236}">
                <a16:creationId xmlns:a16="http://schemas.microsoft.com/office/drawing/2014/main" id="{26DFC080-03FF-404D-A088-BD1FF8A1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7904" y="6507337"/>
            <a:ext cx="1728192" cy="3000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fld id="{3041F4FC-3B41-4BAA-81BB-5B6275365D34}" type="slidenum">
              <a:rPr sz="1350">
                <a:solidFill>
                  <a:prstClr val="black"/>
                </a:solidFill>
                <a:latin typeface="Calibri"/>
                <a:ea typeface="Calibri"/>
                <a:cs typeface="Calibri"/>
              </a:rPr>
              <a:t>‹#›</a:t>
            </a:fld>
            <a:endParaRPr sz="1350">
              <a:solidFill>
                <a:prstClr val="black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453067" name="圖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081c9ef77640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76256" y="6287227"/>
            <a:ext cx="547238" cy="539531"/>
          </a:xfrm>
          <a:prstGeom xmlns:a="http://schemas.openxmlformats.org/drawingml/2006/main" prst="rect">
            <a:avLst/>
          </a:prstGeom>
        </p:spPr>
      </p:pic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1A50A939-38F1-4616-A5B9-FCCE0566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380" y="6376533"/>
            <a:ext cx="2160614" cy="219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825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/>
                <a:ea typeface="標楷體"/>
                <a:cs typeface="標楷體"/>
              </a:rPr>
              <a:t>新北市政府警察局土城分局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hf hd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+mj-lt"/>
          <a:ea typeface="+mj-lt"/>
          <a:cs typeface="+mj-lt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5pPr>
      <a:lvl6pPr xmlns:a="http://schemas.openxmlformats.org/drawingml/2006/main" marL="3429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6pPr>
      <a:lvl7pPr xmlns:a="http://schemas.openxmlformats.org/drawingml/2006/main" marL="6858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7pPr>
      <a:lvl8pPr xmlns:a="http://schemas.openxmlformats.org/drawingml/2006/main" marL="10287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8pPr>
      <a:lvl9pPr xmlns:a="http://schemas.openxmlformats.org/drawingml/2006/main" marL="1371600" algn="ctr">
        <a:spcBef>
          <a:spcPct val="0"/>
        </a:spcBef>
        <a:spcAft>
          <a:spcPct val="0"/>
        </a:spcAft>
        <a:buNone/>
        <a:defRPr sz="2700" b="1">
          <a:solidFill>
            <a:srgbClr val="003366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0" indent="0" algn="l">
        <a:spcBef>
          <a:spcPct val="20000"/>
        </a:spcBef>
        <a:spcAft>
          <a:spcPct val="0"/>
        </a:spcAft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indent="0" algn="l">
        <a:spcBef>
          <a:spcPct val="20000"/>
        </a:spcBef>
        <a:spcAft>
          <a:spcPct val="0"/>
        </a:spcAft>
        <a:buNone/>
        <a:defRPr sz="21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indent="0" algn="l">
        <a:spcBef>
          <a:spcPct val="20000"/>
        </a:spcBef>
        <a:spcAft>
          <a:spcPct val="0"/>
        </a:spcAft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indent="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indent="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>
        <a:spcBef>
          <a:spcPct val="20000"/>
        </a:spcBef>
        <a:spcAft>
          <a:spcPct val="0"/>
        </a:spcAft>
        <a:buNone/>
        <a:defRPr sz="15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版面配置區 1">
            <a:extLst xmlns:a="http://schemas.openxmlformats.org/drawingml/2006/main">
              <a:ext uri="{FF2B5EF4-FFF2-40B4-BE49-F238E27FC236}">
                <a16:creationId xmlns:a16="http://schemas.microsoft.com/office/drawing/2014/main" id="{926814E5-3F7C-4139-8260-A9A2326B99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A7F80F6A-57E0-48E1-AC7C-AB450AB102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 xmlns:a="http://schemas.openxmlformats.org/drawingml/2006/main">
              <a:ext uri="{FF2B5EF4-FFF2-40B4-BE49-F238E27FC236}">
                <a16:creationId xmlns:a16="http://schemas.microsoft.com/office/drawing/2014/main" id="{0B9D76D0-15D0-4182-BB23-6E817551CDD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頁尾版面配置區 4">
            <a:extLst xmlns:a="http://schemas.openxmlformats.org/drawingml/2006/main">
              <a:ext uri="{FF2B5EF4-FFF2-40B4-BE49-F238E27FC236}">
                <a16:creationId xmlns:a16="http://schemas.microsoft.com/office/drawing/2014/main" id="{07EF9556-F162-4FFA-8F6D-72EB517EF7C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投影片編號版面配置區 5">
            <a:extLst xmlns:a="http://schemas.openxmlformats.org/drawingml/2006/main">
              <a:ext uri="{FF2B5EF4-FFF2-40B4-BE49-F238E27FC236}">
                <a16:creationId xmlns:a16="http://schemas.microsoft.com/office/drawing/2014/main" id="{D6F7897C-FC46-49B5-8227-66CCE74F8F0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919423" y="6356350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F1C8CD1E-C0AC-407A-8ED4-15814CBCC3E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hf hdr="0" dt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標楷體"/>
          <a:ea typeface="標楷體"/>
          <a:cs typeface="標楷體"/>
        </a:defRPr>
      </a:lvl1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標楷體"/>
          <a:ea typeface="標楷體"/>
          <a:cs typeface="標楷體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標楷體"/>
          <a:ea typeface="標楷體"/>
          <a:cs typeface="標楷體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標楷體"/>
          <a:ea typeface="標楷體"/>
          <a:cs typeface="標楷體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標楷體"/>
          <a:ea typeface="標楷體"/>
          <a:cs typeface="標楷體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標楷體"/>
          <a:ea typeface="標楷體"/>
          <a:cs typeface="標楷體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DF9CED9-902E-4703-88F7-5BDA4BD7F2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3847" y="365760"/>
            <a:ext cx="7886700" cy="13255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按一下以編輯母片標題樣式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A9A872F-7BD7-4DB6-B352-6B8DAC3798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33847" y="1828803"/>
            <a:ext cx="7886700" cy="43513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F47BD33-BE4E-4FD7-99F7-02D8E952185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1" y="6356355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>
            <a:fld id="{A945AB5A-8E6F-49DD-BD81-9DAF71C4A4B5}" type="datetimeFigureOut">
              <a:t>2026/8/10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063196B-29B6-41F6-9BFC-A65AA5704A5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1" y="6356355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B72D1C-560D-4160-8A5F-05F4E0CF56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63145" y="6356355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4814C81-BE6E-4C9D-869D-B5AB15501E2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685817">
        <a:lnSpc>
          <a:spcPct val="90000"/>
        </a:lnSpc>
        <a:spcBef>
          <a:spcPct val="0"/>
        </a:spcBef>
        <a:buNone/>
        <a:defRPr sz="330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71455" indent="-171455" algn="l" defTabSz="685817">
        <a:lnSpc>
          <a:spcPct val="90000"/>
        </a:lnSpc>
        <a:spcBef>
          <a:spcPts val="750"/>
        </a:spcBef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63" indent="-171455" algn="l" defTabSz="685817">
        <a:lnSpc>
          <a:spcPct val="90000"/>
        </a:lnSpc>
        <a:spcBef>
          <a:spcPts val="375"/>
        </a:spcBef>
        <a:buFont typeface="Wingdings 2"/>
        <a:buChar char="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71" indent="-171455" algn="l" defTabSz="685817">
        <a:lnSpc>
          <a:spcPct val="90000"/>
        </a:lnSpc>
        <a:spcBef>
          <a:spcPts val="375"/>
        </a:spcBef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80" indent="-171455" algn="l" defTabSz="685817">
        <a:lnSpc>
          <a:spcPct val="90000"/>
        </a:lnSpc>
        <a:spcBef>
          <a:spcPts val="375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89" indent="-171455" algn="l" defTabSz="685817">
        <a:lnSpc>
          <a:spcPct val="90000"/>
        </a:lnSpc>
        <a:spcBef>
          <a:spcPts val="375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97" indent="-171455" algn="l" defTabSz="685817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906" indent="-171455" algn="l" defTabSz="685817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815" indent="-171455" algn="l" defTabSz="685817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723" indent="-171455" algn="l" defTabSz="685817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9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17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26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35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43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52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60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68" algn="l" defTabSz="685817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簡報範本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簡報範本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2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41_簡報範本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簡報範本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7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e871c799d544903" /><Relationship Type="http://schemas.openxmlformats.org/officeDocument/2006/relationships/chart" Target="/ppt/slides/charts/chart1.xml" Id="R82729e6648de4921" /><Relationship Type="http://schemas.openxmlformats.org/officeDocument/2006/relationships/diagramData" Target="/ppt/graphics/data1.xml" Id="Rb47224c5023d48ad" /><Relationship Type="http://schemas.openxmlformats.org/officeDocument/2006/relationships/diagramLayout" Target="/ppt/graphics/layout1.xml" Id="R87b72659e6e240c7" /><Relationship Type="http://schemas.openxmlformats.org/officeDocument/2006/relationships/notesSlide" Target="/ppt/notesSlides/notesSlide1.xml" Id="Rb366b890567f4e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9e5f85d02a14e1f" /><Relationship Type="http://schemas.openxmlformats.org/officeDocument/2006/relationships/image" Target="/ppt/media/image5.png" Id="R8a68f7bf1ef14112" /><Relationship Type="http://schemas.openxmlformats.org/officeDocument/2006/relationships/chart" Target="/ppt/slides/charts/chart2.xml" Id="R49b1059aa0cc43ef" /><Relationship Type="http://schemas.openxmlformats.org/officeDocument/2006/relationships/diagramData" Target="/ppt/graphics/data2.xml" Id="R1ea1f39174e34cd4" /><Relationship Type="http://schemas.openxmlformats.org/officeDocument/2006/relationships/diagramLayout" Target="/ppt/graphics/layout2.xml" Id="R715405bf702b4d62" /><Relationship Type="http://schemas.openxmlformats.org/officeDocument/2006/relationships/notesSlide" Target="/ppt/notesSlides/notesSlide2.xml" Id="R7b0114d34a0d4c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15f0cf237dd4d34" /><Relationship Type="http://schemas.openxmlformats.org/officeDocument/2006/relationships/image" Target="/ppt/media/image6.png" Id="Rcdabcd1b69294d62" /><Relationship Type="http://schemas.openxmlformats.org/officeDocument/2006/relationships/chart" Target="/ppt/slides/charts/chart3.xml" Id="Rd1ac5d7dbaf8442f" /><Relationship Type="http://schemas.openxmlformats.org/officeDocument/2006/relationships/diagramData" Target="/ppt/graphics/data3.xml" Id="R224e1004f7d24706" /><Relationship Type="http://schemas.openxmlformats.org/officeDocument/2006/relationships/diagramLayout" Target="/ppt/graphics/layout3.xml" Id="R6be897cb924249e7" /><Relationship Type="http://schemas.openxmlformats.org/officeDocument/2006/relationships/notesSlide" Target="/ppt/notesSlides/notesSlide3.xml" Id="R4b9573e26f294e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0e11ec5b1ed4379" /><Relationship Type="http://schemas.openxmlformats.org/officeDocument/2006/relationships/chart" Target="/ppt/slides/charts/chart4.xml" Id="Rdd6fe3188e0849a9" /><Relationship Type="http://schemas.openxmlformats.org/officeDocument/2006/relationships/chart" Target="/ppt/slides/charts/chart5.xml" Id="R10207557a06643d0" /><Relationship Type="http://schemas.openxmlformats.org/officeDocument/2006/relationships/diagramData" Target="/ppt/graphics/data4.xml" Id="R59c4579387c24396" /><Relationship Type="http://schemas.openxmlformats.org/officeDocument/2006/relationships/diagramLayout" Target="/ppt/graphics/layout4.xml" Id="R532f685a69db4b7a" /><Relationship Type="http://schemas.openxmlformats.org/officeDocument/2006/relationships/notesSlide" Target="/ppt/notesSlides/notesSlide4.xml" Id="R022b0cf8048a4f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aebf69a92f84af1" /><Relationship Type="http://schemas.openxmlformats.org/officeDocument/2006/relationships/image" Target="/ppt/media/image.jpeg" Id="R82f75c859af1474e" /><Relationship Type="http://schemas.openxmlformats.org/officeDocument/2006/relationships/chart" Target="/ppt/slides/charts/chart6.xml" Id="Rf6ac617a72c2417f" /><Relationship Type="http://schemas.openxmlformats.org/officeDocument/2006/relationships/diagramData" Target="/ppt/graphics/data5.xml" Id="R9e33a70966104275" /><Relationship Type="http://schemas.openxmlformats.org/officeDocument/2006/relationships/diagramLayout" Target="/ppt/graphics/layout5.xml" Id="Rdde570ae8dc44ab2" /><Relationship Type="http://schemas.openxmlformats.org/officeDocument/2006/relationships/chart" Target="/ppt/slides/charts/chart7.xml" Id="Rc0885887b0c84850" /><Relationship Type="http://schemas.openxmlformats.org/officeDocument/2006/relationships/notesSlide" Target="/ppt/notesSlides/notesSlide5.xml" Id="R883de3b2446941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3b94d656a5e4cbb" /><Relationship Type="http://schemas.openxmlformats.org/officeDocument/2006/relationships/image" Target="/ppt/media/image7.png" Id="R7188260d9e95419d" /><Relationship Type="http://schemas.openxmlformats.org/officeDocument/2006/relationships/image" Target="/ppt/media/image8.png" Id="R4c7cfcc7804d40fe" /><Relationship Type="http://schemas.openxmlformats.org/officeDocument/2006/relationships/diagramData" Target="/ppt/graphics/data6.xml" Id="R9aa78d841c4e48c5" /><Relationship Type="http://schemas.openxmlformats.org/officeDocument/2006/relationships/diagramLayout" Target="/ppt/graphics/layout6.xml" Id="Re193bc8823d44590" /><Relationship Type="http://schemas.openxmlformats.org/officeDocument/2006/relationships/notesSlide" Target="/ppt/notesSlides/notesSlide6.xml" Id="Ra9b3e7fb6bf04b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3751d154dbd4ee2" /><Relationship Type="http://schemas.openxmlformats.org/officeDocument/2006/relationships/image" Target="/ppt/media/image6.png" Id="R039125dd2fcf4ab9" /><Relationship Type="http://schemas.openxmlformats.org/officeDocument/2006/relationships/diagramData" Target="/ppt/graphics/data7.xml" Id="Rd3ea0d09a50c4132" /><Relationship Type="http://schemas.openxmlformats.org/officeDocument/2006/relationships/diagramLayout" Target="/ppt/graphics/layout7.xml" Id="Rbbcbdcff44b9431f" /><Relationship Type="http://schemas.openxmlformats.org/officeDocument/2006/relationships/notesSlide" Target="/ppt/notesSlides/notesSlide7.xml" Id="Ra221387b395f4ca9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 i="0" u="none">
                <a:solidFill>
                  <a:srgbClr val="0000FF"/>
                </a:solidFill>
                <a:latin typeface="+mn-lt"/>
                <a:ea typeface="+mn-lt"/>
                <a:cs typeface="+mn-lt"/>
              </a:rPr>
              <a:t>{{OVERVIEW_CHART}}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1" i="0" u="none">
              <a:solidFill>
                <a:srgbClr val="0000FF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工作表1!$A$2</c:f>
              <c:strCache>
                <c:ptCount val="1"/>
                <c:pt idx="0">
                  <c:v>{{PREV}}</c:v>
                </c:pt>
              </c:strCache>
            </c:strRef>
          </c:tx>
          <c:spPr>
            <a:gradFill xmlns:a="http://schemas.openxmlformats.org/drawingml/2006/main" rotWithShape="1">
              <a:gsLst>
                <a:gs pos="0">
                  <a:schemeClr val="accent1">
                    <a:tint val="94000"/>
                    <a:lumMod val="102000"/>
                    <a:satMod val="103000"/>
                  </a:schemeClr>
                </a:gs>
                <a:gs pos="50000">
                  <a:schemeClr val="accent1">
                    <a:shade val="100000"/>
                    <a:lumMod val="100000"/>
                    <a:satMod val="110000"/>
                  </a:schemeClr>
                </a:gs>
                <a:gs pos="100000">
                  <a:schemeClr val="accent1">
                    <a:shade val="78000"/>
                    <a:lumMod val="99000"/>
                    <a:satMod val="120000"/>
                  </a:schemeClr>
                </a:gs>
              </a:gsLst>
              <a:lin ang="5400000" scaled="0"/>
            </a:gradFill>
            <a:ln xmlns:a="http://schemas.openxmlformats.org/drawingml/2006/main">
              <a:noFill/>
            </a:ln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 i="0" u="none">
                        <a:solidFill>
                          <a:schemeClr val="tx2"/>
                        </a:solidFill>
                        <a:highlight>
                          <a:srgbClr val="FFFF00"/>
                        </a:highlight>
                        <a:latin typeface="+mn-lt"/>
                        <a:ea typeface="+mn-lt"/>
                        <a:cs typeface="+mn-lt"/>
                      </a:rPr>
                      <a:t>3</a:t>
                    </a:r>
                  </a:p>
                </c:rich>
              </c:tx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 i="0" u="none">
                      <a:solidFill>
                        <a:schemeClr val="tx2"/>
                      </a:solidFill>
                      <a:highlight>
                        <a:srgbClr val="FFFF00"/>
                      </a:highlight>
                      <a:latin typeface="+mn-lt"/>
                      <a:ea typeface="+mn-lt"/>
                      <a:cs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0" i="0" u="none">
                    <a:solidFill>
                      <a:schemeClr val="tx2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工作表1!$B$1:$D$1</c:f>
              <c:strCache>
                <c:ptCount val="3"/>
                <c:pt idx="0">
                  <c:v>A1</c:v>
                </c:pt>
                <c:pt idx="1">
                  <c:v>A2</c:v>
                </c:pt>
                <c:pt idx="2">
                  <c:v>合計</c:v>
                </c:pt>
              </c:strCache>
            </c:strRef>
          </c:cat>
          <c:val>
            <c:numRef>
              <c:f>工作表1!$B$2:$D$2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工作表1!$A$3</c:f>
              <c:strCache>
                <c:ptCount val="1"/>
                <c:pt idx="0">
                  <c:v>{{CURRENT}}</c:v>
                </c:pt>
              </c:strCache>
            </c:strRef>
          </c:tx>
          <c:spPr>
            <a:gradFill xmlns:a="http://schemas.openxmlformats.org/drawingml/2006/main" rotWithShape="1">
              <a:gsLst>
                <a:gs pos="0">
                  <a:schemeClr val="accent2">
                    <a:tint val="94000"/>
                    <a:lumMod val="102000"/>
                    <a:satMod val="103000"/>
                  </a:schemeClr>
                </a:gs>
                <a:gs pos="50000">
                  <a:schemeClr val="accent2">
                    <a:shade val="100000"/>
                    <a:lumMod val="100000"/>
                    <a:satMod val="110000"/>
                  </a:schemeClr>
                </a:gs>
                <a:gs pos="100000">
                  <a:schemeClr val="accent2">
                    <a:shade val="78000"/>
                    <a:lumMod val="99000"/>
                    <a:satMod val="120000"/>
                  </a:schemeClr>
                </a:gs>
              </a:gsLst>
              <a:lin ang="5400000" scaled="0"/>
            </a:gradFill>
            <a:ln xmlns:a="http://schemas.openxmlformats.org/drawingml/2006/main">
              <a:noFill/>
            </a:ln>
          </c:spPr>
          <c:dLbls>
            <c:dLbl>
              <c:idx val="0"/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800" b="0" i="0" u="none">
                    <a:solidFill>
                      <a:srgbClr val="FF0000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工作表1!$B$1:$D$1</c:f>
              <c:strCache>
                <c:ptCount val="3"/>
                <c:pt idx="0">
                  <c:v>A1</c:v>
                </c:pt>
                <c:pt idx="1">
                  <c:v>A2</c:v>
                </c:pt>
                <c:pt idx="2">
                  <c:v>合計</c:v>
                </c:pt>
              </c:strCache>
            </c:strRef>
          </c:cat>
          <c:val>
            <c:numRef>
              <c:f>工作表1!$B$3:$D$3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903966319"/>
        <c:axId val="1987332319"/>
      </c:barChart>
      <c:catAx>
        <c:axId val="19039663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2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</a:p>
        </c:txPr>
        <c:crossAx val="1987332319"/>
        <c:crosses val="autoZero"/>
      </c:catAx>
      <c:valAx>
        <c:axId val="1987332319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solidFill>
                <a:schemeClr val="tx2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2"/>
                </a:solidFill>
                <a:latin typeface="+mn-lt"/>
                <a:ea typeface="+mn-lt"/>
                <a:cs typeface="+mn-lt"/>
              </a:defRPr>
            </a:pPr>
          </a:p>
        </c:txPr>
        <c:crossAx val="1903966319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600" b="0" i="0" u="none">
              <a:solidFill>
                <a:schemeClr val="tx2"/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solidFill>
        <a:srgbClr val="FF0000"/>
      </a:solidFill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28" b="1" i="0" u="none" cap="all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{{ROAD_CHART}}</a:t>
            </a:r>
          </a:p>
        </c:rich>
      </c:tx>
      <c:layout>
        <c:manualLayout>
          <c:xMode val="edge"/>
          <c:yMode val="edge"/>
          <c:x val="0.32046431984708507"/>
          <c:y val="0.40144767244643453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2128" b="1" i="0" u="none" cap="all">
              <a:solidFill>
                <a:srgbClr val="FF000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autoTitleDeleted val="0"/>
    <c:view3D>
      <c:rotX val="15"/>
      <c:rotY val="20"/>
      <c:rAngAx val="1"/>
    </c:view3D>
    <c:plotArea>
      <c:layout>
        <c:manualLayout>
          <c:layoutTarget val="inner"/>
          <c:xMode val="edge"/>
          <c:yMode val="edge"/>
          <c:x val="0.03512043821457648"/>
          <c:y val="0.64243863740958"/>
          <c:w val="0.9648795617854236"/>
          <c:h val="0.3284100959110187"/>
        </c:manualLayout>
      </c:layout>
      <c:bar3DChart>
        <c:barDir val="col"/>
        <c:grouping val="stacked"/>
        <c:varyColors val="0"/>
        <c:ser>
          <c:idx val="0"/>
          <c:order val="0"/>
          <c:tx>
            <c:strRef>
              <c:f>'TJ26A01P_01 (35)'!$C$4</c:f>
              <c:strCache>
                <c:ptCount val="1"/>
                <c:pt idx="0">
                  <c:v>{{count_label}}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dPt>
            <c:idx val="0"/>
            <c:invertIfNegative val="0"/>
            <c:spPr>
              <a:solidFill xmlns:a="http://schemas.openxmlformats.org/drawingml/2006/main">
                <a:schemeClr val="accent4">
                  <a:lumMod val="60000"/>
                  <a:lumOff val="40000"/>
                </a:schemeClr>
              </a:solidFill>
              <a:ln xmlns:a="http://schemas.openxmlformats.org/drawingml/2006/main">
                <a:noFill/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chemeClr val="accent4">
                  <a:lumMod val="40000"/>
                  <a:lumOff val="60000"/>
                </a:schemeClr>
              </a:solidFill>
              <a:ln xmlns:a="http://schemas.openxmlformats.org/drawingml/2006/main">
                <a:noFill/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chemeClr val="accent4">
                  <a:lumMod val="40000"/>
                  <a:lumOff val="60000"/>
                </a:schemeClr>
              </a:solidFill>
              <a:ln xmlns:a="http://schemas.openxmlformats.org/drawingml/2006/main">
                <a:noFill/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chemeClr val="accent4">
                  <a:lumMod val="40000"/>
                  <a:lumOff val="60000"/>
                </a:schemeClr>
              </a:solidFill>
              <a:ln xmlns:a="http://schemas.openxmlformats.org/drawingml/2006/main">
                <a:noFill/>
              </a:ln>
            </c:spPr>
          </c:dPt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64" b="1" i="0" u="none">
                    <a:solidFill>
                      <a:srgbClr val="FF0000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'TJ26A01P_01 (35)'!$A$5:$B$14</c:f>
              <c:strCache>
                <c:ptCount val="10"/>
                <c:pt idx="0">
                  <c:v>{{R1}}</c:v>
                </c:pt>
                <c:pt idx="1">
                  <c:v>{{R2}}</c:v>
                </c:pt>
                <c:pt idx="2">
                  <c:v>{{R3}}</c:v>
                </c:pt>
                <c:pt idx="3">
                  <c:v>{{R4}}</c:v>
                </c:pt>
                <c:pt idx="4">
                  <c:v>{{R5}}</c:v>
                </c:pt>
                <c:pt idx="5">
                  <c:v>{{R6}}</c:v>
                </c:pt>
                <c:pt idx="6">
                  <c:v>{{R7}}</c:v>
                </c:pt>
                <c:pt idx="7">
                  <c:v>{{R8}}</c:v>
                </c:pt>
                <c:pt idx="8">
                  <c:v>{{R9}}</c:v>
                </c:pt>
                <c:pt idx="9">
                  <c:v>{{R10}}</c:v>
                </c:pt>
              </c:strCache>
            </c:strRef>
          </c:cat>
          <c:val>
            <c:numRef>
              <c:f>'TJ26A01P_01 (35)'!$C$5:$C$14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shape val="box"/>
        <c:axId val="1850268399"/>
        <c:axId val="1849038879"/>
      </c:bar3DChart>
      <c:catAx>
        <c:axId val="1850268399"/>
        <c:scaling>
          <c:orientation val="minMax"/>
        </c:scaling>
        <c:delete val="1"/>
        <c:axPos val="b"/>
        <c:majorGridlines>
          <c:spPr>
            <a:ln xmlns:a="http://schemas.openxmlformats.org/drawingml/2006/main" w="9525" cmpd="sng">
              <a:solidFill>
                <a:schemeClr val="tx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1849038879"/>
        <c:crosses val="autoZero"/>
      </c:catAx>
      <c:valAx>
        <c:axId val="184903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50268399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28" b="1" i="0" u="none" cap="none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>{{INTERSECTION_CHART}}</a:t>
            </a:r>
          </a:p>
        </c:rich>
      </c:tx>
      <c:layout>
        <c:manualLayout>
          <c:xMode val="edge"/>
          <c:yMode val="edge"/>
          <c:x val="0.37134972139191796"/>
          <c:y val="0.004259423723447356"/>
        </c:manualLayout>
      </c:layout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2128" b="1" i="0" u="none" cap="none">
              <a:solidFill>
                <a:srgbClr val="FF0000"/>
              </a:solidFill>
              <a:latin typeface="微軟正黑體"/>
              <a:ea typeface="微軟正黑體"/>
              <a:cs typeface="微軟正黑體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7411834157170712"/>
          <c:y val="0.17610838925364164"/>
          <c:w val="0.9040146309083829"/>
          <c:h val="0.71460653657201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'TJ26A01P_01 (38)'!$A$5:$B$5</c:f>
              <c:strCache>
                <c:ptCount val="1"/>
                <c:pt idx="0">
                  <c:v>{{I1}}</c:v>
                </c:pt>
              </c:strCache>
            </c:strRef>
          </c:tx>
          <c:spPr>
            <a:solidFill xmlns:a="http://schemas.openxmlformats.org/drawingml/2006/main">
              <a:schemeClr val="accent1"/>
            </a:solidFill>
            <a:ln xmlns:a="http://schemas.openxmlformats.org/drawingml/2006/main">
              <a:noFill/>
            </a:ln>
          </c:spPr>
          <c:dLbls>
            <c:dLbl>
              <c:idx val="0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97" b="0" i="0" u="none">
                      <a:solidFill>
                        <a:srgbClr val="FF0000"/>
                      </a:solidFill>
                      <a:highlight>
                        <a:srgbClr val="FFFF00"/>
                      </a:highlight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highlight>
                      <a:srgbClr val="FFFF00"/>
                    </a:highlight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Ref>
              <c:f>'TJ26A01P_01 (38)'!$C$5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1"/>
          <c:order val="1"/>
          <c:tx>
            <c:strRef>
              <c:f>'TJ26A01P_01 (38)'!$A$6:$B$6</c:f>
              <c:strCache>
                <c:ptCount val="1"/>
                <c:pt idx="0">
                  <c:v>{{I2}}</c:v>
                </c:pt>
              </c:strCache>
            </c:strRef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Lbls>
            <c:dLbl>
              <c:idx val="0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97" b="0" i="0" u="none">
                      <a:solidFill>
                        <a:srgbClr val="FF0000"/>
                      </a:solidFill>
                      <a:highlight>
                        <a:srgbClr val="FFFF00"/>
                      </a:highlight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highlight>
                      <a:srgbClr val="FFFF00"/>
                    </a:highlight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Ref>
              <c:f>'TJ26A01P_01 (38)'!$C$6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2"/>
          <c:order val="2"/>
          <c:tx>
            <c:strRef>
              <c:f>'TJ26A01P_01 (38)'!$A$7:$B$7</c:f>
              <c:strCache>
                <c:ptCount val="1"/>
                <c:pt idx="0">
                  <c:v>{{I3}}</c:v>
                </c:pt>
              </c:strCache>
            </c:strRef>
          </c:tx>
          <c:spPr>
            <a:solidFill xmlns:a="http://schemas.openxmlformats.org/drawingml/2006/main">
              <a:schemeClr val="accent3"/>
            </a:solidFill>
            <a:ln xmlns:a="http://schemas.openxmlformats.org/drawingml/2006/main">
              <a:noFill/>
            </a:ln>
          </c:spPr>
          <c:dLbls>
            <c:dLbl>
              <c:idx val="0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97" b="0" i="0" u="none">
                      <a:solidFill>
                        <a:srgbClr val="FF0000"/>
                      </a:solidFill>
                      <a:highlight>
                        <a:srgbClr val="FFFF00"/>
                      </a:highlight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highlight>
                      <a:srgbClr val="FFFF00"/>
                    </a:highlight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Ref>
              <c:f>'TJ26A01P_01 (38)'!$C$7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3"/>
          <c:order val="3"/>
          <c:tx>
            <c:strRef>
              <c:f>'TJ26A01P_01 (38)'!$A$8:$B$8</c:f>
              <c:strCache>
                <c:ptCount val="1"/>
                <c:pt idx="0">
                  <c:v>{{I4}}</c:v>
                </c:pt>
              </c:strCache>
            </c:strRef>
          </c:tx>
          <c:spPr>
            <a:solidFill xmlns:a="http://schemas.openxmlformats.org/drawingml/2006/main">
              <a:schemeClr val="accent4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Ref>
              <c:f>'TJ26A01P_01 (38)'!$C$8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4"/>
          <c:order val="4"/>
          <c:tx>
            <c:strRef>
              <c:f>'TJ26A01P_01 (38)'!$A$9:$B$9</c:f>
              <c:strCache>
                <c:ptCount val="1"/>
                <c:pt idx="0">
                  <c:v>{{I5}}</c:v>
                </c:pt>
              </c:strCache>
            </c:strRef>
          </c:tx>
          <c:spPr>
            <a:solidFill xmlns:a="http://schemas.openxmlformats.org/drawingml/2006/main">
              <a:schemeClr val="accent5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Ref>
              <c:f>'TJ26A01P_01 (38)'!$C$9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5"/>
          <c:order val="5"/>
          <c:tx>
            <c:strRef>
              <c:f>'TJ26A01P_01 (38)'!$A$10:$B$10</c:f>
              <c:strCache>
                <c:ptCount val="1"/>
                <c:pt idx="0">
                  <c:v>{{I6}}</c:v>
                </c:pt>
              </c:strCache>
            </c:strRef>
          </c:tx>
          <c:spPr>
            <a:solidFill xmlns:a="http://schemas.openxmlformats.org/drawingml/2006/main">
              <a:schemeClr val="accent6"/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Ref>
              <c:f>'TJ26A01P_01 (38)'!$C$10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6"/>
          <c:order val="6"/>
          <c:tx>
            <c:strRef>
              <c:f>'TJ26A01P_01 (38)'!$A$11:$B$11</c:f>
              <c:strCache>
                <c:ptCount val="1"/>
                <c:pt idx="0">
                  <c:v>{{I7}}</c:v>
                </c:pt>
              </c:strCache>
            </c:strRef>
          </c:tx>
          <c:spPr>
            <a:solidFill xmlns:a="http://schemas.openxmlformats.org/drawingml/2006/main">
              <a:schemeClr val="accent1">
                <a:lumMod val="60000"/>
              </a:schemeClr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Ref>
              <c:f>'TJ26A01P_01 (38)'!$C$11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7"/>
          <c:order val="7"/>
          <c:tx>
            <c:strRef>
              <c:f>'TJ26A01P_01 (38)'!$A$12:$B$12</c:f>
              <c:strCache>
                <c:ptCount val="1"/>
                <c:pt idx="0">
                  <c:v>{{I8}}</c:v>
                </c:pt>
              </c:strCache>
            </c:strRef>
          </c:tx>
          <c:spPr>
            <a:solidFill xmlns:a="http://schemas.openxmlformats.org/drawingml/2006/main">
              <a:schemeClr val="accent2">
                <a:lumMod val="60000"/>
              </a:schemeClr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Ref>
              <c:f>'TJ26A01P_01 (38)'!$C$12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8"/>
          <c:order val="8"/>
          <c:tx>
            <c:strRef>
              <c:f>'TJ26A01P_01 (38)'!$A$13:$B$13</c:f>
              <c:strCache>
                <c:ptCount val="1"/>
                <c:pt idx="0">
                  <c:v>{{I9}}</c:v>
                </c:pt>
              </c:strCache>
            </c:strRef>
          </c:tx>
          <c:spPr>
            <a:solidFill xmlns:a="http://schemas.openxmlformats.org/drawingml/2006/main">
              <a:schemeClr val="accent3">
                <a:lumMod val="60000"/>
              </a:schemeClr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Ref>
              <c:f>'TJ26A01P_01 (38)'!$C$13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ser>
          <c:idx val="9"/>
          <c:order val="9"/>
          <c:tx>
            <c:strRef>
              <c:f>'TJ26A01P_01 (38)'!$A$14:$B$14</c:f>
              <c:strCache>
                <c:ptCount val="1"/>
                <c:pt idx="0">
                  <c:v>{{I10}}</c:v>
                </c:pt>
              </c:strCache>
            </c:strRef>
          </c:tx>
          <c:spPr>
            <a:solidFill xmlns:a="http://schemas.openxmlformats.org/drawingml/2006/main">
              <a:schemeClr val="accent4">
                <a:lumMod val="60000"/>
              </a:schemeClr>
            </a:solidFill>
            <a:ln xmlns:a="http://schemas.openxmlformats.org/drawingml/2006/main">
              <a:noFill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accent1">
                        <a:lumMod val="20000"/>
                        <a:lumOff val="80000"/>
                      </a:schemeClr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0"/>
            </c:strLit>
          </c:cat>
          <c:val>
            <c:numRef>
              <c:f>'TJ26A01P_01 (38)'!$C$14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47"/>
        <c:axId val="1785287135"/>
        <c:axId val="1912287631"/>
      </c:barChart>
      <c:catAx>
        <c:axId val="1785287135"/>
        <c:scaling>
          <c:orientation val="minMax"/>
        </c:scaling>
        <c:delete val="0"/>
        <c:axPos val="b"/>
        <c:majorGridlines>
          <c:spPr>
            <a:ln xmlns:a="http://schemas.openxmlformats.org/drawingml/2006/main" w="9525" cmpd="sng">
              <a:solidFill>
                <a:schemeClr val="dk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xmlns:a="http://schemas.openxmlformats.org/drawingml/2006/main" w="9525" cmpd="sng">
            <a:solidFill>
              <a:schemeClr val="dk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197" b="0" i="0" u="none" cap="none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912287631"/>
        <c:crosses val="autoZero"/>
      </c:catAx>
      <c:valAx>
        <c:axId val="1912287631"/>
        <c:scaling>
          <c:orientation val="minMax"/>
        </c:scaling>
        <c:delete val="0"/>
        <c:axPos val="l"/>
        <c:majorGridlines>
          <c:spPr>
            <a:ln xmlns:a="http://schemas.openxmlformats.org/drawingml/2006/main" w="9525" cmpd="sng">
              <a:solidFill>
                <a:schemeClr val="dk1">
                  <a:lumMod val="15000"/>
                  <a:lumOff val="85000"/>
                </a:schemeClr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lt"/>
                <a:cs typeface="+mn-lt"/>
              </a:defRPr>
            </a:pPr>
          </a:p>
        </c:txPr>
        <c:crossAx val="1785287135"/>
        <c:crosses val="autoZero"/>
        <c:crossBetween val="between"/>
      </c:valAx>
      <c:spPr>
        <a:pattFill xmlns:a="http://schemas.openxmlformats.org/drawingml/2006/main"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 xmlns:a="http://schemas.openxmlformats.org/drawingml/2006/main">
          <a:noFill/>
        </a:ln>
      </c:spPr>
    </c:plotArea>
    <c:plotVisOnly val="1"/>
  </c:chart>
  <c:spPr>
    <a:solidFill xmlns:a="http://schemas.openxmlformats.org/drawingml/2006/main">
      <a:schemeClr val="lt1"/>
    </a:solidFill>
    <a:ln xmlns:a="http://schemas.openxmlformats.org/drawingml/2006/main" w="9525" cmpd="sng">
      <a:noFill/>
    </a:ln>
  </c:spPr>
</c:chartSpace>
</file>

<file path=ppt/slides/charts/chart4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'TJ25A12P_01 (73)'!$B$1</c:f>
              <c:strCache>
                <c:ptCount val="1"/>
                <c:pt idx="0">
                  <c:v>00 - 02</c:v>
                </c:pt>
              </c:strCache>
            </c:strRef>
          </c:tx>
          <c:spPr>
            <a:noFill xmlns:a="http://schemas.openxmlformats.org/drawingml/2006/main"/>
            <a:ln xmlns:a="http://schemas.openxmlformats.org/drawingml/2006/main" w="25400" cmpd="sng">
              <a:solidFill>
                <a:schemeClr val="accent1"/>
              </a:solidFill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/>
                    <a:ea typeface="微軟正黑體"/>
                    <a:cs typeface="微軟正黑體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'TJ25A12P_01 (73)'!$A$2</c:f>
              <c:strCache>
                <c:ptCount val="1"/>
                <c:pt idx="0">
                  <c:v>件數</c:v>
                </c:pt>
              </c:strCache>
            </c:strRef>
          </c:cat>
          <c:val>
            <c:numRef>
              <c:f>'TJ25A12P_01 (73)'!$B$2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</c:ser>
        <c:ser>
          <c:idx val="1"/>
          <c:order val="1"/>
          <c:tx>
            <c:strRef>
              <c:f>'TJ25A12P_01 (73)'!$C$1</c:f>
              <c:strCache>
                <c:ptCount val="1"/>
                <c:pt idx="0">
                  <c:v>02 - 04</c:v>
                </c:pt>
              </c:strCache>
            </c:strRef>
          </c:tx>
          <c:spPr>
            <a:noFill xmlns:a="http://schemas.openxmlformats.org/drawingml/2006/main"/>
            <a:ln xmlns:a="http://schemas.openxmlformats.org/drawingml/2006/main" w="25400" cmpd="sng">
              <a:solidFill>
                <a:schemeClr val="accent2"/>
              </a:solidFill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/>
                    <a:ea typeface="微軟正黑體"/>
                    <a:cs typeface="微軟正黑體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'TJ25A12P_01 (73)'!$A$2</c:f>
              <c:strCache>
                <c:ptCount val="1"/>
                <c:pt idx="0">
                  <c:v>件數</c:v>
                </c:pt>
              </c:strCache>
            </c:strRef>
          </c:cat>
          <c:val>
            <c:numRef>
              <c:f>'TJ25A12P_01 (73)'!$C$2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</c:ser>
        <c:ser>
          <c:idx val="2"/>
          <c:order val="2"/>
          <c:tx>
            <c:strRef>
              <c:f>'TJ25A12P_01 (73)'!$D$1</c:f>
              <c:strCache>
                <c:ptCount val="1"/>
                <c:pt idx="0">
                  <c:v>04 - 06</c:v>
                </c:pt>
              </c:strCache>
            </c:strRef>
          </c:tx>
          <c:spPr>
            <a:noFill xmlns:a="http://schemas.openxmlformats.org/drawingml/2006/main"/>
            <a:ln xmlns:a="http://schemas.openxmlformats.org/drawingml/2006/main" w="25400" cmpd="sng">
              <a:solidFill>
                <a:schemeClr val="accent3"/>
              </a:solidFill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/>
                    <a:ea typeface="微軟正黑體"/>
                    <a:cs typeface="微軟正黑體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'TJ25A12P_01 (73)'!$A$2</c:f>
              <c:strCache>
                <c:ptCount val="1"/>
                <c:pt idx="0">
                  <c:v>件數</c:v>
                </c:pt>
              </c:strCache>
            </c:strRef>
          </c:cat>
          <c:val>
            <c:numRef>
              <c:f>'TJ25A12P_01 (73)'!$D$2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</c:ser>
        <c:ser>
          <c:idx val="3"/>
          <c:order val="3"/>
          <c:tx>
            <c:strRef>
              <c:f>'TJ25A12P_01 (73)'!$E$1</c:f>
              <c:strCache>
                <c:ptCount val="1"/>
                <c:pt idx="0">
                  <c:v>06 - 08</c:v>
                </c:pt>
              </c:strCache>
            </c:strRef>
          </c:tx>
          <c:spPr>
            <a:noFill xmlns:a="http://schemas.openxmlformats.org/drawingml/2006/main"/>
            <a:ln xmlns:a="http://schemas.openxmlformats.org/drawingml/2006/main" w="25400" cmpd="sng">
              <a:solidFill>
                <a:schemeClr val="accent4"/>
              </a:solidFill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/>
                    <a:ea typeface="微軟正黑體"/>
                    <a:cs typeface="微軟正黑體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'TJ25A12P_01 (73)'!$A$2</c:f>
              <c:strCache>
                <c:ptCount val="1"/>
                <c:pt idx="0">
                  <c:v>件數</c:v>
                </c:pt>
              </c:strCache>
            </c:strRef>
          </c:cat>
          <c:val>
            <c:numRef>
              <c:f>'TJ25A12P_01 (73)'!$E$2</c:f>
              <c:numCache>
                <c:formatCode>General</c:formatCode>
                <c:ptCount val="1"/>
                <c:pt idx="0">
                  <c:v>119</c:v>
                </c:pt>
              </c:numCache>
            </c:numRef>
          </c:val>
        </c:ser>
        <c:ser>
          <c:idx val="4"/>
          <c:order val="4"/>
          <c:tx>
            <c:strRef>
              <c:f>'TJ25A12P_01 (73)'!$F$1</c:f>
              <c:strCache>
                <c:ptCount val="1"/>
                <c:pt idx="0">
                  <c:v>08 - 10</c:v>
                </c:pt>
              </c:strCache>
            </c:strRef>
          </c:tx>
          <c:spPr>
            <a:noFill xmlns:a="http://schemas.openxmlformats.org/drawingml/2006/main"/>
            <a:ln xmlns:a="http://schemas.openxmlformats.org/drawingml/2006/main" w="25400" cmpd="sng">
              <a:solidFill>
                <a:schemeClr val="accent5"/>
              </a:solidFill>
            </a:ln>
          </c:spPr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FF0000"/>
                    </a:solidFill>
                    <a:latin typeface="微軟正黑體"/>
                    <a:ea typeface="微軟正黑體"/>
                    <a:cs typeface="微軟正黑體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'TJ25A12P_01 (73)'!$A$2</c:f>
              <c:strCache>
                <c:ptCount val="1"/>
                <c:pt idx="0">
                  <c:v>件數</c:v>
                </c:pt>
              </c:strCache>
            </c:strRef>
          </c:cat>
          <c:val>
            <c:numRef>
              <c:f>'TJ25A12P_01 (73)'!$F$2</c:f>
              <c:numCache>
                <c:formatCode>General</c:formatCode>
                <c:ptCount val="1"/>
                <c:pt idx="0">
                  <c:v>177</c:v>
                </c:pt>
              </c:numCache>
            </c:numRef>
          </c:val>
        </c:ser>
        <c:ser>
          <c:idx val="5"/>
          <c:order val="5"/>
          <c:tx>
            <c:strRef>
              <c:f>'TJ25A12P_01 (73)'!$G$1</c:f>
              <c:strCache>
                <c:ptCount val="1"/>
                <c:pt idx="0">
                  <c:v>10 - 12</c:v>
                </c:pt>
              </c:strCache>
            </c:strRef>
          </c:tx>
          <c:spPr>
            <a:noFill xmlns:a="http://schemas.openxmlformats.org/drawingml/2006/main"/>
            <a:ln xmlns:a="http://schemas.openxmlformats.org/drawingml/2006/main" w="25400" cmpd="sng">
              <a:solidFill>
                <a:schemeClr val="accent6"/>
              </a:solidFill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/>
                    <a:ea typeface="微軟正黑體"/>
                    <a:cs typeface="微軟正黑體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'TJ25A12P_01 (73)'!$A$2</c:f>
              <c:strCache>
                <c:ptCount val="1"/>
                <c:pt idx="0">
                  <c:v>件數</c:v>
                </c:pt>
              </c:strCache>
            </c:strRef>
          </c:cat>
          <c:val>
            <c:numRef>
              <c:f>'TJ25A12P_01 (73)'!$G$2</c:f>
              <c:numCache>
                <c:formatCode>General</c:formatCode>
                <c:ptCount val="1"/>
                <c:pt idx="0">
                  <c:v>121</c:v>
                </c:pt>
              </c:numCache>
            </c:numRef>
          </c:val>
        </c:ser>
        <c:ser>
          <c:idx val="6"/>
          <c:order val="6"/>
          <c:tx>
            <c:strRef>
              <c:f>'TJ25A12P_01 (73)'!$H$1</c:f>
              <c:strCache>
                <c:ptCount val="1"/>
                <c:pt idx="0">
                  <c:v>12 - 14</c:v>
                </c:pt>
              </c:strCache>
            </c:strRef>
          </c:tx>
          <c:spPr>
            <a:noFill xmlns:a="http://schemas.openxmlformats.org/drawingml/2006/main"/>
            <a:ln xmlns:a="http://schemas.openxmlformats.org/drawingml/2006/main" w="25400" cmpd="sng">
              <a:solidFill>
                <a:schemeClr val="accent1">
                  <a:lumMod val="60000"/>
                </a:schemeClr>
              </a:solidFill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/>
                    <a:ea typeface="微軟正黑體"/>
                    <a:cs typeface="微軟正黑體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'TJ25A12P_01 (73)'!$A$2</c:f>
              <c:strCache>
                <c:ptCount val="1"/>
                <c:pt idx="0">
                  <c:v>件數</c:v>
                </c:pt>
              </c:strCache>
            </c:strRef>
          </c:cat>
          <c:val>
            <c:numRef>
              <c:f>'TJ25A12P_01 (73)'!$H$2</c:f>
              <c:numCache>
                <c:formatCode>General</c:formatCode>
                <c:ptCount val="1"/>
                <c:pt idx="0">
                  <c:v>114</c:v>
                </c:pt>
              </c:numCache>
            </c:numRef>
          </c:val>
        </c:ser>
        <c:ser>
          <c:idx val="7"/>
          <c:order val="7"/>
          <c:tx>
            <c:strRef>
              <c:f>'TJ25A12P_01 (73)'!$I$1</c:f>
              <c:strCache>
                <c:ptCount val="1"/>
                <c:pt idx="0">
                  <c:v>14 - 16</c:v>
                </c:pt>
              </c:strCache>
            </c:strRef>
          </c:tx>
          <c:spPr>
            <a:noFill xmlns:a="http://schemas.openxmlformats.org/drawingml/2006/main"/>
            <a:ln xmlns:a="http://schemas.openxmlformats.org/drawingml/2006/main" w="25400" cmpd="sng">
              <a:solidFill>
                <a:schemeClr val="accent2">
                  <a:lumMod val="60000"/>
                </a:schemeClr>
              </a:solidFill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/>
                    <a:ea typeface="微軟正黑體"/>
                    <a:cs typeface="微軟正黑體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'TJ25A12P_01 (73)'!$A$2</c:f>
              <c:strCache>
                <c:ptCount val="1"/>
                <c:pt idx="0">
                  <c:v>件數</c:v>
                </c:pt>
              </c:strCache>
            </c:strRef>
          </c:cat>
          <c:val>
            <c:numRef>
              <c:f>'TJ25A12P_01 (73)'!$I$2</c:f>
              <c:numCache>
                <c:formatCode>General</c:formatCode>
                <c:ptCount val="1"/>
                <c:pt idx="0">
                  <c:v>139</c:v>
                </c:pt>
              </c:numCache>
            </c:numRef>
          </c:val>
        </c:ser>
        <c:ser>
          <c:idx val="8"/>
          <c:order val="8"/>
          <c:tx>
            <c:strRef>
              <c:f>'TJ25A12P_01 (73)'!$J$1</c:f>
              <c:strCache>
                <c:ptCount val="1"/>
                <c:pt idx="0">
                  <c:v>16 - 18</c:v>
                </c:pt>
              </c:strCache>
            </c:strRef>
          </c:tx>
          <c:spPr>
            <a:noFill xmlns:a="http://schemas.openxmlformats.org/drawingml/2006/main"/>
            <a:ln xmlns:a="http://schemas.openxmlformats.org/drawingml/2006/main" w="25400" cmpd="sng">
              <a:solidFill>
                <a:schemeClr val="accent3">
                  <a:lumMod val="60000"/>
                </a:schemeClr>
              </a:solidFill>
            </a:ln>
          </c:spPr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FF0000"/>
                    </a:solidFill>
                    <a:latin typeface="微軟正黑體"/>
                    <a:ea typeface="微軟正黑體"/>
                    <a:cs typeface="微軟正黑體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'TJ25A12P_01 (73)'!$A$2</c:f>
              <c:strCache>
                <c:ptCount val="1"/>
                <c:pt idx="0">
                  <c:v>件數</c:v>
                </c:pt>
              </c:strCache>
            </c:strRef>
          </c:cat>
          <c:val>
            <c:numRef>
              <c:f>'TJ25A12P_01 (73)'!$J$2</c:f>
              <c:numCache>
                <c:formatCode>General</c:formatCode>
                <c:ptCount val="1"/>
                <c:pt idx="0">
                  <c:v>318</c:v>
                </c:pt>
              </c:numCache>
            </c:numRef>
          </c:val>
        </c:ser>
        <c:ser>
          <c:idx val="9"/>
          <c:order val="9"/>
          <c:tx>
            <c:strRef>
              <c:f>'TJ25A12P_01 (73)'!$K$1</c:f>
              <c:strCache>
                <c:ptCount val="1"/>
                <c:pt idx="0">
                  <c:v>18 - 20</c:v>
                </c:pt>
              </c:strCache>
            </c:strRef>
          </c:tx>
          <c:spPr>
            <a:noFill xmlns:a="http://schemas.openxmlformats.org/drawingml/2006/main"/>
            <a:ln xmlns:a="http://schemas.openxmlformats.org/drawingml/2006/main" w="25400" cmpd="sng">
              <a:solidFill>
                <a:schemeClr val="accent4">
                  <a:lumMod val="60000"/>
                </a:schemeClr>
              </a:solidFill>
            </a:ln>
          </c:spPr>
          <c:dLbls>
            <c:dLbl>
              <c:idx val="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rgbClr val="FF0000"/>
                    </a:solidFill>
                    <a:latin typeface="微軟正黑體"/>
                    <a:ea typeface="微軟正黑體"/>
                    <a:cs typeface="微軟正黑體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'TJ25A12P_01 (73)'!$A$2</c:f>
              <c:strCache>
                <c:ptCount val="1"/>
                <c:pt idx="0">
                  <c:v>件數</c:v>
                </c:pt>
              </c:strCache>
            </c:strRef>
          </c:cat>
          <c:val>
            <c:numRef>
              <c:f>'TJ25A12P_01 (73)'!$K$2</c:f>
              <c:numCache>
                <c:formatCode>General</c:formatCode>
                <c:ptCount val="1"/>
                <c:pt idx="0">
                  <c:v>244</c:v>
                </c:pt>
              </c:numCache>
            </c:numRef>
          </c:val>
        </c:ser>
        <c:ser>
          <c:idx val="10"/>
          <c:order val="10"/>
          <c:tx>
            <c:strRef>
              <c:f>'TJ25A12P_01 (73)'!$L$1</c:f>
              <c:strCache>
                <c:ptCount val="1"/>
                <c:pt idx="0">
                  <c:v>20 - 22</c:v>
                </c:pt>
              </c:strCache>
            </c:strRef>
          </c:tx>
          <c:spPr>
            <a:noFill xmlns:a="http://schemas.openxmlformats.org/drawingml/2006/main"/>
            <a:ln xmlns:a="http://schemas.openxmlformats.org/drawingml/2006/main" w="25400" cmpd="sng">
              <a:solidFill>
                <a:schemeClr val="accent5">
                  <a:lumMod val="60000"/>
                </a:schemeClr>
              </a:solidFill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/>
                    <a:ea typeface="微軟正黑體"/>
                    <a:cs typeface="微軟正黑體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'TJ25A12P_01 (73)'!$A$2</c:f>
              <c:strCache>
                <c:ptCount val="1"/>
                <c:pt idx="0">
                  <c:v>件數</c:v>
                </c:pt>
              </c:strCache>
            </c:strRef>
          </c:cat>
          <c:val>
            <c:numRef>
              <c:f>'TJ25A12P_01 (73)'!$L$2</c:f>
              <c:numCache>
                <c:formatCode>General</c:formatCode>
                <c:ptCount val="1"/>
                <c:pt idx="0">
                  <c:v>152</c:v>
                </c:pt>
              </c:numCache>
            </c:numRef>
          </c:val>
        </c:ser>
        <c:ser>
          <c:idx val="11"/>
          <c:order val="11"/>
          <c:tx>
            <c:strRef>
              <c:f>'TJ25A12P_01 (73)'!$M$1</c:f>
              <c:strCache>
                <c:ptCount val="1"/>
                <c:pt idx="0">
                  <c:v>22 - 00</c:v>
                </c:pt>
              </c:strCache>
            </c:strRef>
          </c:tx>
          <c:spPr>
            <a:noFill xmlns:a="http://schemas.openxmlformats.org/drawingml/2006/main"/>
            <a:ln xmlns:a="http://schemas.openxmlformats.org/drawingml/2006/main" w="25400" cmpd="sng">
              <a:solidFill>
                <a:schemeClr val="accent6">
                  <a:lumMod val="60000"/>
                </a:schemeClr>
              </a:solidFill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微軟正黑體"/>
                    <a:ea typeface="微軟正黑體"/>
                    <a:cs typeface="微軟正黑體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'TJ25A12P_01 (73)'!$A$2</c:f>
              <c:strCache>
                <c:ptCount val="1"/>
                <c:pt idx="0">
                  <c:v>件數</c:v>
                </c:pt>
              </c:strCache>
            </c:strRef>
          </c:cat>
          <c:val>
            <c:numRef>
              <c:f>'TJ25A12P_01 (73)'!$M$2</c:f>
              <c:numCache>
                <c:formatCode>General</c:formatCode>
                <c:ptCount val="1"/>
                <c:pt idx="0">
                  <c:v>88</c:v>
                </c:pt>
              </c:numCache>
            </c:numRef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64"/>
        <c:overlap val="-35"/>
        <c:axId val="17570671"/>
        <c:axId val="1909379983"/>
      </c:barChart>
      <c:catAx>
        <c:axId val="175706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tx1">
                    <a:lumMod val="50000"/>
                    <a:lumOff val="50000"/>
                  </a:schemeClr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1909379983"/>
        <c:crosses val="autoZero"/>
      </c:catAx>
      <c:valAx>
        <c:axId val="19093799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tx1">
                    <a:lumMod val="50000"/>
                    <a:lumOff val="50000"/>
                  </a:schemeClr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17570671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t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000" b="0" i="0" u="none">
              <a:solidFill>
                <a:schemeClr val="tx1">
                  <a:lumMod val="50000"/>
                  <a:lumOff val="50000"/>
                </a:schemeClr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5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09894347547977"/>
          <c:y val="0.11826620759988372"/>
          <c:w val="0.837553907467534"/>
          <c:h val="0.6664596092155147"/>
        </c:manualLayout>
      </c:layout>
      <c:ofPieChart>
        <c:ofPieType val="pie"/>
        <c:ser>
          <c:idx val="0"/>
          <c:order val="0"/>
          <c:tx>
            <c:strRef>
              <c:f>工作表1!$A$3</c:f>
              <c:strCache>
                <c:ptCount val="1"/>
                <c:pt idx="0">
                  <c:v>件數</c:v>
                </c:pt>
              </c:strCache>
            </c:strRef>
          </c:tx>
          <c:dPt>
            <c:idx val="0"/>
            <c:spPr>
              <a:solidFill xmlns:a="http://schemas.openxmlformats.org/drawingml/2006/main">
                <a:schemeClr val="accent1"/>
              </a:solidFill>
              <a:ln xmlns:a="http://schemas.openxmlformats.org/drawingml/2006/main">
                <a:noFill/>
              </a:ln>
            </c:spPr>
          </c:dPt>
          <c:dPt>
            <c:idx val="1"/>
            <c:spPr>
              <a:solidFill xmlns:a="http://schemas.openxmlformats.org/drawingml/2006/main">
                <a:schemeClr val="accent2"/>
              </a:solidFill>
              <a:ln xmlns:a="http://schemas.openxmlformats.org/drawingml/2006/main">
                <a:noFill/>
              </a:ln>
            </c:spPr>
          </c:dPt>
          <c:dPt>
            <c:idx val="2"/>
            <c:spPr>
              <a:solidFill xmlns:a="http://schemas.openxmlformats.org/drawingml/2006/main">
                <a:schemeClr val="accent3"/>
              </a:solidFill>
              <a:ln xmlns:a="http://schemas.openxmlformats.org/drawingml/2006/main">
                <a:noFill/>
              </a:ln>
            </c:spPr>
          </c:dPt>
          <c:dPt>
            <c:idx val="3"/>
            <c:spPr>
              <a:solidFill xmlns:a="http://schemas.openxmlformats.org/drawingml/2006/main">
                <a:schemeClr val="accent4"/>
              </a:solidFill>
              <a:ln xmlns:a="http://schemas.openxmlformats.org/drawingml/2006/main">
                <a:noFill/>
              </a:ln>
            </c:spPr>
          </c:dPt>
          <c:dPt>
            <c:idx val="4"/>
            <c:spPr>
              <a:solidFill xmlns:a="http://schemas.openxmlformats.org/drawingml/2006/main">
                <a:schemeClr val="accent5"/>
              </a:solidFill>
              <a:ln xmlns:a="http://schemas.openxmlformats.org/drawingml/2006/main">
                <a:noFill/>
              </a:ln>
            </c:spPr>
          </c:dPt>
          <c:dPt>
            <c:idx val="5"/>
            <c:spPr>
              <a:solidFill xmlns:a="http://schemas.openxmlformats.org/drawingml/2006/main">
                <a:schemeClr val="accent6"/>
              </a:solidFill>
              <a:ln xmlns:a="http://schemas.openxmlformats.org/drawingml/2006/main">
                <a:noFill/>
              </a:ln>
            </c:spPr>
          </c:dPt>
          <c:dPt>
            <c:idx val="6"/>
            <c:spPr>
              <a:solidFill xmlns:a="http://schemas.openxmlformats.org/drawingml/2006/main">
                <a:schemeClr val="accent1">
                  <a:lumMod val="60000"/>
                </a:schemeClr>
              </a:solidFill>
              <a:ln xmlns:a="http://schemas.openxmlformats.org/drawingml/2006/main">
                <a:noFill/>
              </a:ln>
            </c:spPr>
          </c:dPt>
          <c:dPt>
            <c:idx val="7"/>
            <c:spPr>
              <a:solidFill xmlns:a="http://schemas.openxmlformats.org/drawingml/2006/main">
                <a:schemeClr val="accent2">
                  <a:lumMod val="60000"/>
                </a:schemeClr>
              </a:solidFill>
              <a:ln xmlns:a="http://schemas.openxmlformats.org/drawingml/2006/main">
                <a:noFill/>
              </a:ln>
            </c:spPr>
          </c:dPt>
          <c:dPt>
            <c:idx val="8"/>
            <c:spPr>
              <a:solidFill xmlns:a="http://schemas.openxmlformats.org/drawingml/2006/main">
                <a:schemeClr val="accent3">
                  <a:lumMod val="60000"/>
                </a:schemeClr>
              </a:solidFill>
              <a:ln xmlns:a="http://schemas.openxmlformats.org/drawingml/2006/main">
                <a:noFill/>
              </a:ln>
            </c:spPr>
          </c:dPt>
          <c:dPt>
            <c:idx val="9"/>
            <c:spPr>
              <a:solidFill xmlns:a="http://schemas.openxmlformats.org/drawingml/2006/main">
                <a:schemeClr val="accent4">
                  <a:lumMod val="60000"/>
                </a:schemeClr>
              </a:solidFill>
              <a:ln xmlns:a="http://schemas.openxmlformats.org/drawingml/2006/main">
                <a:noFill/>
              </a:ln>
            </c:spPr>
          </c:dPt>
          <c:dPt>
            <c:idx val="10"/>
            <c:spPr>
              <a:solidFill xmlns:a="http://schemas.openxmlformats.org/drawingml/2006/main">
                <a:schemeClr val="accent5">
                  <a:lumMod val="60000"/>
                </a:schemeClr>
              </a:solidFill>
              <a:ln xmlns:a="http://schemas.openxmlformats.org/drawingml/2006/main">
                <a:noFill/>
              </a:ln>
            </c:spPr>
          </c:dPt>
          <c:dPt>
            <c:idx val="11"/>
            <c:spPr>
              <a:solidFill xmlns:a="http://schemas.openxmlformats.org/drawingml/2006/main">
                <a:schemeClr val="accent6">
                  <a:lumMod val="60000"/>
                </a:schemeClr>
              </a:solidFill>
              <a:ln xmlns:a="http://schemas.openxmlformats.org/drawingml/2006/main">
                <a:noFill/>
              </a:ln>
            </c:spPr>
          </c:dPt>
          <c:dPt>
            <c:idx val="12"/>
            <c:spPr>
              <a:solidFill xmlns:a="http://schemas.openxmlformats.org/drawingml/2006/main">
                <a:schemeClr val="accent1">
                  <a:lumMod val="80000"/>
                  <a:lumOff val="20000"/>
                </a:schemeClr>
              </a:solidFill>
              <a:ln xmlns:a="http://schemas.openxmlformats.org/drawingml/2006/main">
                <a:noFill/>
              </a:ln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00" b="1" i="0" u="none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rPr>
                      <a:t> 15%</a:t>
                    </a:r>
                  </a:p>
                </c:rich>
              </c:tx>
              <c:spPr>
                <a:solidFill xmlns:a="http://schemas.openxmlformats.org/drawingml/2006/main">
                  <a:srgbClr val="FFFF00"/>
                </a:solidFill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00" b="1" i="0" u="none">
                      <a:solidFill>
                        <a:srgbClr val="FF0000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00" b="1" i="0" u="none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rPr>
                      <a:t> </a:t>
                    </a:r>
                  </a:p>
                </c:rich>
              </c:tx>
              <c:spPr>
                <a:solidFill xmlns:a="http://schemas.openxmlformats.org/drawingml/2006/main">
                  <a:srgbClr val="FFFF00"/>
                </a:solidFill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00" b="1" i="0" u="none">
                      <a:solidFill>
                        <a:srgbClr val="FF0000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600" b="1" i="0" u="none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rPr>
                      <a:t> 7%</a:t>
                    </a:r>
                  </a:p>
                </c:rich>
              </c:tx>
              <c:spPr>
                <a:solidFill xmlns:a="http://schemas.openxmlformats.org/drawingml/2006/main">
                  <a:srgbClr val="FFFF00"/>
                </a:solidFill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600" b="1" i="0" u="none">
                      <a:solidFill>
                        <a:srgbClr val="FF0000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 i="0" u="none">
                        <a:solidFill>
                          <a:schemeClr val="lt1"/>
                        </a:solidFill>
                        <a:latin typeface="+mn-lt"/>
                        <a:ea typeface="+mn-lt"/>
                        <a:cs typeface="+mn-lt"/>
                      </a:rPr>
                      <a:t>5.2</a:t>
                    </a:r>
                  </a:p>
                </c:rich>
              </c:tx>
              <c:spPr>
                <a:solidFill xmlns:a="http://schemas.openxmlformats.org/drawingml/2006/main">
                  <a:schemeClr val="accent6">
                    <a:lumMod val="60000"/>
                    <a:lumOff val="40000"/>
                  </a:schemeClr>
                </a:solidFill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 i="0" u="none">
                      <a:solidFill>
                        <a:schemeClr val="lt1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100" b="1" i="0" u="none">
                        <a:solidFill>
                          <a:schemeClr val="lt1"/>
                        </a:solidFill>
                        <a:latin typeface="+mn-lt"/>
                        <a:ea typeface="+mn-lt"/>
                        <a:cs typeface="+mn-lt"/>
                      </a:rPr>
                      <a:t>4.3%</a:t>
                    </a:r>
                  </a:p>
                </c:rich>
              </c:tx>
              <c:spPr>
                <a:solidFill xmlns:a="http://schemas.openxmlformats.org/drawingml/2006/main">
                  <a:schemeClr val="accent6">
                    <a:lumMod val="60000"/>
                    <a:lumOff val="40000"/>
                  </a:schemeClr>
                </a:solidFill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100" b="1" i="0" u="none">
                      <a:solidFill>
                        <a:schemeClr val="lt1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5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200" b="1" i="0" u="none">
                        <a:solidFill>
                          <a:schemeClr val="lt1"/>
                        </a:solidFill>
                        <a:latin typeface="+mn-lt"/>
                        <a:ea typeface="+mn-lt"/>
                        <a:cs typeface="+mn-lt"/>
                      </a:rPr>
                      <a:t>6%</a:t>
                    </a:r>
                  </a:p>
                </c:rich>
              </c:tx>
              <c:spPr>
                <a:solidFill xmlns:a="http://schemas.openxmlformats.org/drawingml/2006/main">
                  <a:schemeClr val="accent6">
                    <a:lumMod val="60000"/>
                    <a:lumOff val="40000"/>
                  </a:schemeClr>
                </a:solidFill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00" b="1" i="0" u="none">
                      <a:solidFill>
                        <a:schemeClr val="lt1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6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6%</a:t>
                    </a:r>
                  </a:p>
                </c:rich>
              </c:tx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7"/>
              <c:dLblPos val="bestFit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8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00" b="1" i="0" u="none">
                        <a:solidFill>
                          <a:schemeClr val="lt1"/>
                        </a:solidFill>
                        <a:latin typeface="+mn-lt"/>
                        <a:ea typeface="+mn-lt"/>
                        <a:cs typeface="+mn-lt"/>
                      </a:rPr>
                      <a:t> </a:t>
                    </a:r>
                  </a:p>
                </c:rich>
              </c:tx>
              <c:spPr>
                <a:solidFill xmlns:a="http://schemas.openxmlformats.org/drawingml/2006/main">
                  <a:schemeClr val="accent6">
                    <a:lumMod val="60000"/>
                    <a:lumOff val="40000"/>
                  </a:schemeClr>
                </a:solidFill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00" b="1" i="0" u="none">
                      <a:solidFill>
                        <a:schemeClr val="lt1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9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800" b="1" i="0" u="none">
                        <a:solidFill>
                          <a:schemeClr val="lt1"/>
                        </a:solidFill>
                        <a:latin typeface="+mn-lt"/>
                        <a:ea typeface="+mn-lt"/>
                        <a:cs typeface="+mn-lt"/>
                      </a:rPr>
                      <a:t> </a:t>
                    </a:r>
                  </a:p>
                </c:rich>
              </c:tx>
              <c:spPr>
                <a:solidFill xmlns:a="http://schemas.openxmlformats.org/drawingml/2006/main">
                  <a:schemeClr val="accent6">
                    <a:lumMod val="60000"/>
                    <a:lumOff val="40000"/>
                  </a:schemeClr>
                </a:solidFill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00" b="1" i="0" u="none">
                      <a:solidFill>
                        <a:schemeClr val="lt1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0"/>
              <c:spPr>
                <a:solidFill xmlns:a="http://schemas.openxmlformats.org/drawingml/2006/main">
                  <a:schemeClr val="accent6">
                    <a:lumMod val="60000"/>
                    <a:lumOff val="40000"/>
                  </a:schemeClr>
                </a:solidFill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00" b="1" i="0" u="none">
                      <a:solidFill>
                        <a:schemeClr val="lt1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1"/>
              <c:spPr>
                <a:solidFill xmlns:a="http://schemas.openxmlformats.org/drawingml/2006/main">
                  <a:schemeClr val="accent6">
                    <a:lumMod val="60000"/>
                    <a:lumOff val="40000"/>
                  </a:schemeClr>
                </a:solidFill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800" b="1" i="0" u="none">
                      <a:solidFill>
                        <a:schemeClr val="lt1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2"/>
            </c:dLbl>
            <c:spPr>
              <a:solidFill xmlns:a="http://schemas.openxmlformats.org/drawingml/2006/main">
                <a:schemeClr val="accent6">
                  <a:lumMod val="60000"/>
                  <a:lumOff val="40000"/>
                </a:schemeClr>
              </a:solidFill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00" b="1" i="0" u="none">
                    <a:solidFill>
                      <a:schemeClr val="lt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1"/>
            <c:showBubbleSize val="0"/>
            <c:showLeaderLines val="1"/>
          </c:dLbls>
          <c:cat>
            <c:strRef>
              <c:f>工作表1!$B$2:$M$2</c:f>
              <c:strCache>
                <c:ptCount val="12"/>
                <c:pt idx="0">
                  <c:v>未保持安全間距</c:v>
                </c:pt>
                <c:pt idx="1">
                  <c:v>其他不當駕車行為</c:v>
                </c:pt>
                <c:pt idx="2">
                  <c:v>未依規定讓車</c:v>
                </c:pt>
                <c:pt idx="3">
                  <c:v>轉彎車未讓直行車</c:v>
                </c:pt>
                <c:pt idx="4">
                  <c:v>支線道未讓幹線</c:v>
                </c:pt>
                <c:pt idx="5">
                  <c:v>未保持行車安全尖閣</c:v>
                </c:pt>
                <c:pt idx="6">
                  <c:v>操作不當</c:v>
                </c:pt>
                <c:pt idx="7">
                  <c:v>闖紅燈</c:v>
                </c:pt>
                <c:pt idx="8">
                  <c:v>轉彎車未讓直行車</c:v>
                </c:pt>
                <c:pt idx="9">
                  <c:v>違反標線標誌</c:v>
                </c:pt>
                <c:pt idx="10">
                  <c:v>左轉未依規定</c:v>
                </c:pt>
                <c:pt idx="11">
                  <c:v>恍神心不在焉分心駕駛</c:v>
                </c:pt>
              </c:strCache>
            </c:strRef>
          </c:cat>
          <c:val>
            <c:numRef>
              <c:f>工作表1!$B$3:$M$3</c:f>
              <c:numCache>
                <c:formatCode>General</c:formatCode>
                <c:ptCount val="12"/>
                <c:pt idx="0">
                  <c:v>447</c:v>
                </c:pt>
                <c:pt idx="1">
                  <c:v>319</c:v>
                </c:pt>
                <c:pt idx="2">
                  <c:v>145</c:v>
                </c:pt>
                <c:pt idx="3">
                  <c:v>109</c:v>
                </c:pt>
                <c:pt idx="4">
                  <c:v>89</c:v>
                </c:pt>
                <c:pt idx="5">
                  <c:v>86</c:v>
                </c:pt>
                <c:pt idx="6">
                  <c:v>85</c:v>
                </c:pt>
                <c:pt idx="7">
                  <c:v>52</c:v>
                </c:pt>
                <c:pt idx="8">
                  <c:v>51</c:v>
                </c:pt>
                <c:pt idx="9">
                  <c:v>40</c:v>
                </c:pt>
                <c:pt idx="10">
                  <c:v>40</c:v>
                </c:pt>
                <c:pt idx="11">
                  <c:v>40</c:v>
                </c:pt>
              </c:numCache>
            </c:numRef>
          </c:val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ofPieChart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r"/>
      <c:layout>
        <c:manualLayout>
          <c:xMode val="edge"/>
          <c:yMode val="edge"/>
          <c:x val="0.07089067252676576"/>
          <c:y val="0.7966525959778876"/>
          <c:w val="0.926870180986508"/>
          <c:h val="0.17826310662768616"/>
        </c:manualLayout>
      </c:layout>
      <c:overlay val="0"/>
      <c:spPr>
        <a:solidFill xmlns:a="http://schemas.openxmlformats.org/drawingml/2006/main">
          <a:schemeClr val="lt1">
            <a:lumMod val="95000"/>
            <a:alpha val="39000"/>
          </a:schemeClr>
        </a:solidFill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000" b="0" i="0" u="none">
              <a:solidFill>
                <a:schemeClr val="dk1">
                  <a:lumMod val="75000"/>
                  <a:lumOff val="25000"/>
                </a:schemeClr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9525" cmpd="sng">
      <a:noFill/>
    </a:ln>
  </c:spPr>
</c:chartSpace>
</file>

<file path=ppt/slides/charts/chart6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autoTitleDeleted val="1"/>
    <c:view3D>
      <c:rotX val="30"/>
      <c:rotY val="0"/>
      <c:rAngAx val="0"/>
    </c:view3D>
    <c:plotArea>
      <c:pie3DChart>
        <c:ser>
          <c:idx val="0"/>
          <c:order val="0"/>
          <c:tx>
            <c:strRef>
              <c:f>工作表2!$A$2</c:f>
              <c:strCache>
                <c:ptCount val="1"/>
                <c:pt idx="0">
                  <c:v>件數</c:v>
                </c:pt>
              </c:strCache>
            </c:strRef>
          </c:tx>
          <c:dPt>
            <c:idx val="0"/>
            <c:spPr>
              <a:solidFill xmlns:a="http://schemas.openxmlformats.org/drawingml/2006/main">
                <a:schemeClr val="accent1"/>
              </a:solidFill>
              <a:ln xmlns:a="http://schemas.openxmlformats.org/drawingml/2006/main">
                <a:noFill/>
              </a:ln>
            </c:spPr>
          </c:dPt>
          <c:dPt>
            <c:idx val="1"/>
            <c:spPr>
              <a:solidFill xmlns:a="http://schemas.openxmlformats.org/drawingml/2006/main">
                <a:schemeClr val="accent2"/>
              </a:solidFill>
              <a:ln xmlns:a="http://schemas.openxmlformats.org/drawingml/2006/main">
                <a:noFill/>
              </a:ln>
            </c:spPr>
          </c:dPt>
          <c:dPt>
            <c:idx val="2"/>
            <c:spPr>
              <a:solidFill xmlns:a="http://schemas.openxmlformats.org/drawingml/2006/main">
                <a:schemeClr val="accent3"/>
              </a:solidFill>
              <a:ln xmlns:a="http://schemas.openxmlformats.org/drawingml/2006/main">
                <a:noFill/>
              </a:ln>
            </c:spPr>
          </c:dPt>
          <c:dPt>
            <c:idx val="3"/>
            <c:spPr>
              <a:solidFill xmlns:a="http://schemas.openxmlformats.org/drawingml/2006/main">
                <a:schemeClr val="accent4"/>
              </a:solidFill>
              <a:ln xmlns:a="http://schemas.openxmlformats.org/drawingml/2006/main">
                <a:noFill/>
              </a:ln>
            </c:spPr>
          </c:dPt>
          <c:dPt>
            <c:idx val="4"/>
            <c:spPr>
              <a:solidFill xmlns:a="http://schemas.openxmlformats.org/drawingml/2006/main">
                <a:schemeClr val="accent5"/>
              </a:solidFill>
              <a:ln xmlns:a="http://schemas.openxmlformats.org/drawingml/2006/main">
                <a:noFill/>
              </a:ln>
            </c:spPr>
          </c:dPt>
          <c:dPt>
            <c:idx val="5"/>
            <c:spPr>
              <a:solidFill xmlns:a="http://schemas.openxmlformats.org/drawingml/2006/main">
                <a:schemeClr val="accent6"/>
              </a:solidFill>
              <a:ln xmlns:a="http://schemas.openxmlformats.org/drawingml/2006/main">
                <a:noFill/>
              </a:ln>
            </c:spPr>
          </c:dPt>
          <c:dPt>
            <c:idx val="6"/>
            <c:spPr>
              <a:solidFill xmlns:a="http://schemas.openxmlformats.org/drawingml/2006/main">
                <a:schemeClr val="accent1">
                  <a:lumMod val="60000"/>
                </a:schemeClr>
              </a:solidFill>
              <a:ln xmlns:a="http://schemas.openxmlformats.org/drawingml/2006/main">
                <a:noFill/>
              </a:ln>
            </c:spPr>
          </c:dPt>
          <c:dLbls>
            <c:dLbl>
              <c:idx val="0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30" b="1" i="0" u="none">
                      <a:solidFill>
                        <a:schemeClr val="accent1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1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30" b="1" i="0" u="none">
                      <a:solidFill>
                        <a:schemeClr val="accent2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2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30" b="1" i="0" u="none">
                      <a:solidFill>
                        <a:schemeClr val="accent3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3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30" b="1" i="0" u="none">
                      <a:solidFill>
                        <a:schemeClr val="accent4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4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30" b="1" i="0" u="none">
                      <a:solidFill>
                        <a:schemeClr val="accent1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5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30" b="1" i="0" u="none">
                      <a:solidFill>
                        <a:schemeClr val="accent6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6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330" b="1" i="0" u="none">
                      <a:solidFill>
                        <a:schemeClr val="accent1"/>
                      </a:solidFill>
                      <a:latin typeface="+mn-lt"/>
                      <a:ea typeface="+mn-lt"/>
                      <a:cs typeface="+mn-lt"/>
                    </a:defRPr>
                  </a:pPr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1"/>
          </c:dLbls>
          <c:cat>
            <c:strRef>
              <c:f>工作表2!$B$1:$H$1</c:f>
              <c:strCache>
                <c:ptCount val="7"/>
                <c:pt idx="0">
                  <c:v>機車</c:v>
                </c:pt>
                <c:pt idx="1">
                  <c:v>小客車</c:v>
                </c:pt>
                <c:pt idx="2">
                  <c:v>小貨車</c:v>
                </c:pt>
                <c:pt idx="3">
                  <c:v>慢車</c:v>
                </c:pt>
                <c:pt idx="4">
                  <c:v>大貨車</c:v>
                </c:pt>
                <c:pt idx="5">
                  <c:v>大客車</c:v>
                </c:pt>
                <c:pt idx="6">
                  <c:v>其他車</c:v>
                </c:pt>
              </c:strCache>
            </c:strRef>
          </c:cat>
          <c:val>
            <c:numRef>
              <c:f>工作表2!$B$2:$H$2</c:f>
              <c:numCache>
                <c:formatCode>General</c:formatCode>
                <c:ptCount val="7"/>
                <c:pt idx="0">
                  <c:v>1290</c:v>
                </c:pt>
                <c:pt idx="1">
                  <c:v>526</c:v>
                </c:pt>
                <c:pt idx="2">
                  <c:v>13</c:v>
                </c:pt>
                <c:pt idx="3">
                  <c:v>93</c:v>
                </c:pt>
                <c:pt idx="4">
                  <c:v>7</c:v>
                </c:pt>
                <c:pt idx="5">
                  <c:v>11</c:v>
                </c:pt>
                <c:pt idx="6">
                  <c:v>3</c:v>
                </c:pt>
              </c:numCache>
            </c:numRef>
          </c:val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{{AGE_CHART}}</a:t>
            </a:r>
          </a:p>
        </c:rich>
      </c:tx>
      <c:overlay val="0"/>
    </c:title>
    <c:plotArea>
      <c:barChart>
        <c:barDir val="bar"/>
        <c:grouping val="clustered"/>
        <c:varyColors val="1"/>
        <c:ser>
          <c:idx val="0"/>
          <c:order val="0"/>
          <c:tx>
            <c:v>{{AGE_COUNT}}</c:v>
          </c:tx>
          <c:cat>
            <c:strLit>
              <c:ptCount val="7"/>
              <c:pt idx="0">
                <c:v>{{AAG1}}</c:v>
              </c:pt>
              <c:pt idx="1">
                <c:v>{{AAG2}}</c:v>
              </c:pt>
              <c:pt idx="2">
                <c:v>{{AAG3}}</c:v>
              </c:pt>
              <c:pt idx="3">
                <c:v>{{AAG4}}</c:v>
              </c:pt>
              <c:pt idx="4">
                <c:v>{{AAG5}}</c:v>
              </c:pt>
              <c:pt idx="5">
                <c:v>{{AAG6}}</c:v>
              </c:pt>
              <c:pt idx="6">
                <c:v>{{AAG7}}</c:v>
              </c:pt>
            </c:strLit>
          </c:cat>
          <c:val>
            <c:numLit>
              <c:formatCode>General</c:formatCode>
              <c:ptCount val="7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文字方塊 11">
            <a:extLst xmlns:a="http://schemas.openxmlformats.org/drawingml/2006/main">
              <a:ext uri="{FF2B5EF4-FFF2-40B4-BE49-F238E27FC236}">
                <a16:creationId xmlns:a16="http://schemas.microsoft.com/office/drawing/2014/main" id="{03CD2C96-793E-41CF-AEBD-DC2AA441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1196752"/>
            <a:ext cx="2952328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一、交通事故分析</a:t>
            </a:r>
            <a:endParaRPr sz="24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CB1E21B-8161-45CF-9628-CCBA69AD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900" y="1923616"/>
            <a:ext cx="4229272" cy="3509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u"/>
            </a:pPr>
            <a:r>
              <a:rPr sz="195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{{PERIOD}}</a:t>
            </a:r>
          </a:p>
          <a:p xmlns:a="http://schemas.openxmlformats.org/drawingml/2006/main">
            <a:pPr marL="342900" indent="-342900">
              <a:buFont typeface="Wingdings"/>
              <a:buChar char="u"/>
            </a:pPr>
            <a:r>
              <a:rPr sz="195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A1+A2：{{TOTAL}}件（{{TD}}）</a:t>
            </a:r>
          </a:p>
          <a:p xmlns:a="http://schemas.openxmlformats.org/drawingml/2006/main">
            <a:pPr marL="342900" indent="-342900">
              <a:buFont typeface="Wingdings"/>
              <a:buChar char="u"/>
            </a:pPr>
            <a:r>
              <a:rPr sz="195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A1：{{A1}}件（{{A1D}}）</a:t>
            </a:r>
            <a:endParaRPr sz="1950" b="1">
              <a:solidFill>
                <a:srgbClr val="0000FF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r>
              <a:t>A2：{{A2}}件（{{A2D}}）</a:t>
            </a:r>
            <a:endParaRPr sz="195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r>
              <a:rPr sz="1950" b="1">
                <a:solidFill>
                  <a:srgbClr val="FF0000"/>
                </a:solidFill>
                <a:latin typeface="微軟正黑體"/>
                <a:ea typeface="微軟正黑體"/>
                <a:cs typeface="微軟正黑體"/>
              </a:rPr>
              <a:t/>
            </a:r>
          </a:p>
          <a:p xmlns:a="http://schemas.openxmlformats.org/drawingml/2006/main">
            <a:pPr marL="342900" indent="-342900">
              <a:buFont typeface="Wingdings"/>
              <a:buChar char="u"/>
            </a:pPr>
            <a:r>
              <a:t>{{SUMMARY}}</a:t>
            </a:r>
            <a:endParaRPr sz="1950" b="1">
              <a:solidFill>
                <a:srgbClr val="0000FF"/>
              </a:solidFill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20" name="圖表 26"/>
          <p:cNvGraphicFramePr/>
          <p:nvPr/>
        </p:nvGraphicFramePr>
        <p:xfrm>
          <a:off xmlns:a="http://schemas.openxmlformats.org/drawingml/2006/main" x="4914730" y="1923616"/>
          <a:ext xmlns:a="http://schemas.openxmlformats.org/drawingml/2006/main" cx="4089942" cy="320559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729e6648de4921"/>
          </a:graphicData>
        </a:graphic>
      </p:graphicFrame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7A4A1AF-88AF-3EEF-514B-865E8D04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469" y="4252479"/>
            <a:ext cx="325463" cy="355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0000FF"/>
                </a:solidFill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{{A1}}</a:t>
            </a:r>
            <a:endParaRPr sz="1200" b="1">
              <a:solidFill>
                <a:srgbClr val="0000FF"/>
              </a:solidFill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2CB9A908-008B-F137-83DD-F0E59497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7890" y="5748337"/>
            <a:ext cx="1600200" cy="195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3" name="資料庫圖表 1"/>
          <p:cNvGraphicFramePr/>
          <p:nvPr/>
        </p:nvGraphicFramePr>
        <p:xfrm>
          <a:off xmlns:a="http://schemas.openxmlformats.org/drawingml/2006/main" x="17892" y="233271"/>
          <a:ext xmlns:a="http://schemas.openxmlformats.org/drawingml/2006/main" cx="8946596" cy="414795"/>
        </p:xfrm>
        <a:graphic xmlns:a="http://schemas.openxmlformats.org/drawingml/2006/main">
          <a:graphicData uri="http://schemas.openxmlformats.org/drawingml/2006/diagram">
            <dgm:relIds xmlns:r="http://schemas.openxmlformats.org/officeDocument/2006/relationships" xmlns:dgm="http://schemas.openxmlformats.org/drawingml/2006/diagram" r:dm="Rb47224c5023d48ad" r:lo="R87b72659e6e240c7"/>
          </a:graphicData>
        </a:graphic>
      </p:graphicFrame>
    </p:spTree>
    <p:extLst>
      <p:ext uri="{BB962C8B-B14F-4D97-AF65-F5344CB8AC3E}">
        <p14:creationId xmlns:p14="http://schemas.microsoft.com/office/powerpoint/2010/main" val="33783634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圖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8f7bf1ef141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717" y="2128121"/>
            <a:ext cx="4585632" cy="3711265"/>
          </a:xfrm>
          <a:prstGeom xmlns:a="http://schemas.openxmlformats.org/drawingml/2006/main" prst="rect">
            <a:avLst/>
          </a:prstGeom>
        </p:spPr>
      </p:pic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34291B09-17FC-4A6E-9F7B-5F7136F0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56" y="1355631"/>
            <a:ext cx="32559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二、易肇事路段分析</a:t>
            </a:r>
          </a:p>
        </p:txBody>
      </p:sp>
      <p:graphicFrame>
        <p:nvGraphicFramePr>
          <p:cNvPr id="50" name="圖表 19"/>
          <p:cNvGraphicFramePr/>
          <p:nvPr/>
        </p:nvGraphicFramePr>
        <p:xfrm>
          <a:off xmlns:a="http://schemas.openxmlformats.org/drawingml/2006/main" x="4827488" y="1814919"/>
          <a:ext xmlns:a="http://schemas.openxmlformats.org/drawingml/2006/main" cx="4068144" cy="220657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b1059aa0cc43ef"/>
          </a:graphicData>
        </a:graphic>
      </p:graphicFrame>
      <p:graphicFrame>
        <p:nvGraphicFramePr>
          <p:cNvPr id="51" name="表格 7"/>
          <p:cNvGraphicFramePr/>
          <p:nvPr/>
        </p:nvGraphicFramePr>
        <p:xfrm>
          <a:off xmlns:a="http://schemas.openxmlformats.org/drawingml/2006/main" x="4827488" y="4050676"/>
          <a:ext xmlns:a="http://schemas.openxmlformats.org/drawingml/2006/main" cx="4163689" cy="648907"/>
        </p:xfrm>
        <a:graphic xmlns:a="http://schemas.openxmlformats.org/drawingml/2006/main"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50375"/>
                <a:gridCol w="390803"/>
                <a:gridCol w="390803"/>
                <a:gridCol w="390803"/>
                <a:gridCol w="390803"/>
                <a:gridCol w="390803"/>
                <a:gridCol w="390803"/>
                <a:gridCol w="390803"/>
                <a:gridCol w="390803"/>
                <a:gridCol w="315611"/>
                <a:gridCol w="371279"/>
              </a:tblGrid>
              <a:tr h="1622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排名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{{R1}}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{{R2}}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{{R3}}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{{R4}}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{{R5}}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{{R6}}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{{R7}}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{{R8}}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{{R9}}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{{R10}}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</a:tr>
              <a:tr h="3244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件數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{{N1}}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{{N2}}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{{N3}}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{{N4}}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{{N5}}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{{N6}}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{{N7}}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{{N8}}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{{N9}}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solidFill>
                            <a:schemeClr val="tx1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{{N10}}</a:t>
                      </a:r>
                    </a:p>
                  </a:txBody>
                  <a:tcPr marL="6239" marR="6239" marT="6239" marB="0" anchor="ctr"/>
                </a:tc>
              </a:tr>
              <a:tr h="1622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>
                          <a:latin typeface="微軟正黑體"/>
                          <a:ea typeface="微軟正黑體"/>
                          <a:cs typeface="微軟正黑體"/>
                        </a:rPr>
                        <a:t>排名</a:t>
                      </a:r>
                      <a:endParaRPr sz="8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marL="6239" marR="6239" marT="6239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marL="6239" marR="6239" marT="6239" marB="0" anchor="ctr"/>
                </a:tc>
              </a:tr>
            </a:tbl>
          </a:graphicData>
        </a:graphic>
      </p:graphicFrame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2111255C-366C-49A0-A7ED-8A17BFE5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796" y="4876631"/>
            <a:ext cx="4193075" cy="9486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57168" indent="-257168">
              <a:lnSpc>
                <a:spcPts val="2250"/>
              </a:lnSpc>
              <a:buFont typeface="Wingdings"/>
              <a:buChar char="p"/>
            </a:pPr>
            <a:r>
              <a:rPr sz="150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路段：{{R1}} {{N1}}件；{{R2}} {{N2}}件；{{R3}} {{N3}}件。共{{RCOUNT}}處。</a:t>
            </a:r>
            <a:endParaRPr sz="1500">
              <a:solidFill>
                <a:srgbClr val="0000FF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8" name="橢圓 17">
            <a:extLst xmlns:a="http://schemas.openxmlformats.org/drawingml/2006/main">
              <a:ext uri="{FF2B5EF4-FFF2-40B4-BE49-F238E27FC236}">
                <a16:creationId xmlns:a16="http://schemas.microsoft.com/office/drawing/2014/main" id="{0119B9E9-496D-4C0C-8161-E4935B8D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616405" flipH="1" flipV="1">
            <a:off x="1724922" y="4576594"/>
            <a:ext cx="59857" cy="47140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>
              <a:solidFill>
                <a:srgbClr val="FF0000"/>
              </a:solidFill>
            </a:endParaRPr>
          </a:p>
        </p:txBody>
      </p:sp>
      <p:sp>
        <p:nvSpPr>
          <p:cNvPr id="21" name="橢圓 20">
            <a:extLst xmlns:a="http://schemas.openxmlformats.org/drawingml/2006/main">
              <a:ext uri="{FF2B5EF4-FFF2-40B4-BE49-F238E27FC236}">
                <a16:creationId xmlns:a16="http://schemas.microsoft.com/office/drawing/2014/main" id="{230B38DF-62B9-405D-AE00-EF581504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33603" flipH="1" flipV="1">
            <a:off x="1237686" y="2772612"/>
            <a:ext cx="150943" cy="202879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>
              <a:solidFill>
                <a:srgbClr val="FF0000"/>
              </a:solidFill>
            </a:endParaRPr>
          </a:p>
        </p:txBody>
      </p:sp>
      <p:sp>
        <p:nvSpPr>
          <p:cNvPr id="23" name="橢圓 22">
            <a:extLst xmlns:a="http://schemas.openxmlformats.org/drawingml/2006/main">
              <a:ext uri="{FF2B5EF4-FFF2-40B4-BE49-F238E27FC236}">
                <a16:creationId xmlns:a16="http://schemas.microsoft.com/office/drawing/2014/main" id="{3C79EEB8-04CB-405D-A7AF-DD05C8CA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759833" flipV="1">
            <a:off x="2838339" y="4130600"/>
            <a:ext cx="34289" cy="81444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>
              <a:solidFill>
                <a:srgbClr val="FF0000"/>
              </a:solidFill>
            </a:endParaRPr>
          </a:p>
        </p:txBody>
      </p:sp>
      <p:sp>
        <p:nvSpPr>
          <p:cNvPr id="24" name="橢圓 23">
            <a:extLst xmlns:a="http://schemas.openxmlformats.org/drawingml/2006/main">
              <a:ext uri="{FF2B5EF4-FFF2-40B4-BE49-F238E27FC236}">
                <a16:creationId xmlns:a16="http://schemas.microsoft.com/office/drawing/2014/main" id="{BA464F84-7931-4E27-A291-97E29A8E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340586" flipV="1">
            <a:off x="2196695" y="3699086"/>
            <a:ext cx="127941" cy="571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>
              <a:solidFill>
                <a:srgbClr val="FF0000"/>
              </a:solidFill>
            </a:endParaRPr>
          </a:p>
        </p:txBody>
      </p:sp>
      <p:sp>
        <p:nvSpPr>
          <p:cNvPr id="25" name="橢圓 24">
            <a:extLst xmlns:a="http://schemas.openxmlformats.org/drawingml/2006/main">
              <a:ext uri="{FF2B5EF4-FFF2-40B4-BE49-F238E27FC236}">
                <a16:creationId xmlns:a16="http://schemas.microsoft.com/office/drawing/2014/main" id="{5E1149AF-6739-4038-BDF5-55652093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48611" flipH="1" flipV="1">
            <a:off x="2992747" y="1991673"/>
            <a:ext cx="103010" cy="163897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>
              <a:solidFill>
                <a:srgbClr val="FF0000"/>
              </a:solidFill>
            </a:endParaRPr>
          </a:p>
        </p:txBody>
      </p:sp>
      <p:sp>
        <p:nvSpPr>
          <p:cNvPr id="26" name="橢圓 25">
            <a:extLst xmlns:a="http://schemas.openxmlformats.org/drawingml/2006/main">
              <a:ext uri="{FF2B5EF4-FFF2-40B4-BE49-F238E27FC236}">
                <a16:creationId xmlns:a16="http://schemas.microsoft.com/office/drawing/2014/main" id="{ACBEDCEA-AFF4-4439-A381-AE85A80D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99462" flipH="1" flipV="1">
            <a:off x="1011463" y="4973931"/>
            <a:ext cx="1731701" cy="8967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>
              <a:solidFill>
                <a:srgbClr val="FF0000"/>
              </a:solidFill>
            </a:endParaRPr>
          </a:p>
        </p:txBody>
      </p:sp>
      <p:sp>
        <p:nvSpPr>
          <p:cNvPr id="27" name="橢圓 26">
            <a:extLst xmlns:a="http://schemas.openxmlformats.org/drawingml/2006/main">
              <a:ext uri="{FF2B5EF4-FFF2-40B4-BE49-F238E27FC236}">
                <a16:creationId xmlns:a16="http://schemas.microsoft.com/office/drawing/2014/main" id="{06A9FAA5-068C-457C-976D-85212FC7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7337" flipH="1" flipV="1">
            <a:off x="2591722" y="3079106"/>
            <a:ext cx="108519" cy="1917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>
              <a:solidFill>
                <a:srgbClr val="FF0000"/>
              </a:solidFill>
            </a:endParaRPr>
          </a:p>
        </p:txBody>
      </p:sp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F710A80D-DF0B-4FA5-9873-2351153A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20220" flipH="1" flipV="1">
            <a:off x="477362" y="3905474"/>
            <a:ext cx="101209" cy="1257174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>
              <a:solidFill>
                <a:srgbClr val="FF0000"/>
              </a:solidFill>
            </a:endParaRPr>
          </a:p>
        </p:txBody>
      </p:sp>
      <p:sp>
        <p:nvSpPr>
          <p:cNvPr id="29" name="橢圓 28">
            <a:extLst xmlns:a="http://schemas.openxmlformats.org/drawingml/2006/main">
              <a:ext uri="{FF2B5EF4-FFF2-40B4-BE49-F238E27FC236}">
                <a16:creationId xmlns:a16="http://schemas.microsoft.com/office/drawing/2014/main" id="{4FD97C67-2C51-4929-A14C-89F9279D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959417" flipV="1">
            <a:off x="3332517" y="4030114"/>
            <a:ext cx="103178" cy="1795877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>
              <a:solidFill>
                <a:srgbClr val="FF0000"/>
              </a:solidFill>
            </a:endParaRPr>
          </a:p>
        </p:txBody>
      </p:sp>
      <p:sp>
        <p:nvSpPr>
          <p:cNvPr id="38" name="圖說文字: 折線 37">
            <a:extLst xmlns:a="http://schemas.openxmlformats.org/drawingml/2006/main">
              <a:ext uri="{FF2B5EF4-FFF2-40B4-BE49-F238E27FC236}">
                <a16:creationId xmlns:a16="http://schemas.microsoft.com/office/drawing/2014/main" id="{0FC75630-0FA5-45A8-B4C6-4CC8FFCF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742" y="5526290"/>
            <a:ext cx="659674" cy="280037"/>
          </a:xfrm>
          <a:prstGeom xmlns:a="http://schemas.openxmlformats.org/drawingml/2006/main" prst="borderCallout2">
            <a:avLst>
              <a:gd name="adj1" fmla="val -2512"/>
              <a:gd name="adj2" fmla="val 29599"/>
              <a:gd name="adj3" fmla="val -56281"/>
              <a:gd name="adj4" fmla="val 25552"/>
              <a:gd name="adj5" fmla="val -129108"/>
              <a:gd name="adj6" fmla="val 11772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952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{{R1}}</a:t>
            </a:r>
            <a:endParaRPr sz="75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2" name="圖說文字: 折線 31">
            <a:extLst xmlns:a="http://schemas.openxmlformats.org/drawingml/2006/main">
              <a:ext uri="{FF2B5EF4-FFF2-40B4-BE49-F238E27FC236}">
                <a16:creationId xmlns:a16="http://schemas.microsoft.com/office/drawing/2014/main" id="{E21AEA90-8BD9-4BBD-951C-22FF7FED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816" y="3506973"/>
            <a:ext cx="656628" cy="280037"/>
          </a:xfrm>
          <a:prstGeom xmlns:a="http://schemas.openxmlformats.org/drawingml/2006/main" prst="borderCallout2">
            <a:avLst>
              <a:gd name="adj1" fmla="val 108088"/>
              <a:gd name="adj2" fmla="val 51024"/>
              <a:gd name="adj3" fmla="val 128245"/>
              <a:gd name="adj4" fmla="val 68697"/>
              <a:gd name="adj5" fmla="val 170037"/>
              <a:gd name="adj6" fmla="val 128604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952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{{R2}}</a:t>
            </a:r>
          </a:p>
        </p:txBody>
      </p:sp>
      <p:sp>
        <p:nvSpPr>
          <p:cNvPr id="33" name="圖說文字: 折線 32">
            <a:extLst xmlns:a="http://schemas.openxmlformats.org/drawingml/2006/main">
              <a:ext uri="{FF2B5EF4-FFF2-40B4-BE49-F238E27FC236}">
                <a16:creationId xmlns:a16="http://schemas.microsoft.com/office/drawing/2014/main" id="{D9EF0E9F-919B-4106-BD4E-D863A999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594" y="5250080"/>
            <a:ext cx="519774" cy="280037"/>
          </a:xfrm>
          <a:prstGeom xmlns:a="http://schemas.openxmlformats.org/drawingml/2006/main" prst="borderCallout2">
            <a:avLst>
              <a:gd name="adj1" fmla="val -2512"/>
              <a:gd name="adj2" fmla="val 29599"/>
              <a:gd name="adj3" fmla="val -14826"/>
              <a:gd name="adj4" fmla="val 14401"/>
              <a:gd name="adj5" fmla="val -49059"/>
              <a:gd name="adj6" fmla="val -2096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952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{{R3}}</a:t>
            </a:r>
          </a:p>
        </p:txBody>
      </p:sp>
      <p:sp>
        <p:nvSpPr>
          <p:cNvPr id="34" name="圖說文字: 折線 33">
            <a:extLst xmlns:a="http://schemas.openxmlformats.org/drawingml/2006/main">
              <a:ext uri="{FF2B5EF4-FFF2-40B4-BE49-F238E27FC236}">
                <a16:creationId xmlns:a16="http://schemas.microsoft.com/office/drawing/2014/main" id="{A09424B7-32B1-4CB9-B151-94E74619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2496">
            <a:off x="429424" y="5307550"/>
            <a:ext cx="624011" cy="280037"/>
          </a:xfrm>
          <a:prstGeom xmlns:a="http://schemas.openxmlformats.org/drawingml/2006/main" prst="borderCallout2">
            <a:avLst>
              <a:gd name="adj1" fmla="val -10633"/>
              <a:gd name="adj2" fmla="val 46076"/>
              <a:gd name="adj3" fmla="val -81843"/>
              <a:gd name="adj4" fmla="val 46062"/>
              <a:gd name="adj5" fmla="val -390626"/>
              <a:gd name="adj6" fmla="val 24357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952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5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{{R4}}</a:t>
            </a:r>
          </a:p>
        </p:txBody>
      </p:sp>
      <p:sp>
        <p:nvSpPr>
          <p:cNvPr id="35" name="圖說文字: 折線 34">
            <a:extLst xmlns:a="http://schemas.openxmlformats.org/drawingml/2006/main">
              <a:ext uri="{FF2B5EF4-FFF2-40B4-BE49-F238E27FC236}">
                <a16:creationId xmlns:a16="http://schemas.microsoft.com/office/drawing/2014/main" id="{FDB5B876-8CAC-4E6A-887D-9FEC9D4F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117" y="5530513"/>
            <a:ext cx="638193" cy="280037"/>
          </a:xfrm>
          <a:prstGeom xmlns:a="http://schemas.openxmlformats.org/drawingml/2006/main" prst="borderCallout2">
            <a:avLst>
              <a:gd name="adj1" fmla="val -2512"/>
              <a:gd name="adj2" fmla="val 29599"/>
              <a:gd name="adj3" fmla="val -20556"/>
              <a:gd name="adj4" fmla="val 6373"/>
              <a:gd name="adj5" fmla="val -64695"/>
              <a:gd name="adj6" fmla="val -45163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952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25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{{R5}}</a:t>
            </a:r>
          </a:p>
        </p:txBody>
      </p:sp>
      <p:sp>
        <p:nvSpPr>
          <p:cNvPr id="36" name="圖說文字: 折線 35">
            <a:extLst xmlns:a="http://schemas.openxmlformats.org/drawingml/2006/main">
              <a:ext uri="{FF2B5EF4-FFF2-40B4-BE49-F238E27FC236}">
                <a16:creationId xmlns:a16="http://schemas.microsoft.com/office/drawing/2014/main" id="{F69331F8-8ED4-4109-B86F-00FD0C01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4044">
            <a:off x="1710799" y="3205956"/>
            <a:ext cx="447291" cy="275833"/>
          </a:xfrm>
          <a:prstGeom xmlns:a="http://schemas.openxmlformats.org/drawingml/2006/main" prst="borderCallout2">
            <a:avLst>
              <a:gd name="adj1" fmla="val 60812"/>
              <a:gd name="adj2" fmla="val 101537"/>
              <a:gd name="adj3" fmla="val 68185"/>
              <a:gd name="adj4" fmla="val 106956"/>
              <a:gd name="adj5" fmla="val 244788"/>
              <a:gd name="adj6" fmla="val 219779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952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{{R6}}</a:t>
            </a:r>
          </a:p>
        </p:txBody>
      </p:sp>
      <p:sp>
        <p:nvSpPr>
          <p:cNvPr id="37" name="圖說文字: 折線 36">
            <a:extLst xmlns:a="http://schemas.openxmlformats.org/drawingml/2006/main">
              <a:ext uri="{FF2B5EF4-FFF2-40B4-BE49-F238E27FC236}">
                <a16:creationId xmlns:a16="http://schemas.microsoft.com/office/drawing/2014/main" id="{77C7CC1F-0C78-4F1D-A3E6-02914D24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439422">
            <a:off x="218733" y="3471900"/>
            <a:ext cx="633959" cy="280037"/>
          </a:xfrm>
          <a:prstGeom xmlns:a="http://schemas.openxmlformats.org/drawingml/2006/main" prst="borderCallout2">
            <a:avLst>
              <a:gd name="adj1" fmla="val -3957"/>
              <a:gd name="adj2" fmla="val 90873"/>
              <a:gd name="adj3" fmla="val -16060"/>
              <a:gd name="adj4" fmla="val 95763"/>
              <a:gd name="adj5" fmla="val -14772"/>
              <a:gd name="adj6" fmla="val 146505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952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{{R7}}</a:t>
            </a:r>
          </a:p>
        </p:txBody>
      </p:sp>
      <p:sp>
        <p:nvSpPr>
          <p:cNvPr id="40" name="圖說文字: 折線 39">
            <a:extLst xmlns:a="http://schemas.openxmlformats.org/drawingml/2006/main">
              <a:ext uri="{FF2B5EF4-FFF2-40B4-BE49-F238E27FC236}">
                <a16:creationId xmlns:a16="http://schemas.microsoft.com/office/drawing/2014/main" id="{181FA102-B099-42CD-9FB6-6E8F88AA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070" y="2178589"/>
            <a:ext cx="662672" cy="280037"/>
          </a:xfrm>
          <a:prstGeom xmlns:a="http://schemas.openxmlformats.org/drawingml/2006/main" prst="borderCallout2">
            <a:avLst>
              <a:gd name="adj1" fmla="val 98296"/>
              <a:gd name="adj2" fmla="val 96257"/>
              <a:gd name="adj3" fmla="val 168482"/>
              <a:gd name="adj4" fmla="val 128020"/>
              <a:gd name="adj5" fmla="val 214223"/>
              <a:gd name="adj6" fmla="val 13996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952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{{R8}}</a:t>
            </a:r>
          </a:p>
        </p:txBody>
      </p:sp>
      <p:sp>
        <p:nvSpPr>
          <p:cNvPr id="19" name="橢圓 18">
            <a:extLst xmlns:a="http://schemas.openxmlformats.org/drawingml/2006/main">
              <a:ext uri="{FF2B5EF4-FFF2-40B4-BE49-F238E27FC236}">
                <a16:creationId xmlns:a16="http://schemas.microsoft.com/office/drawing/2014/main" id="{8413D0E0-55DB-B05A-A05E-59024AB4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96582" flipV="1">
            <a:off x="2715652" y="4952270"/>
            <a:ext cx="34289" cy="94593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>
              <a:solidFill>
                <a:srgbClr val="FF0000"/>
              </a:solidFill>
            </a:endParaRPr>
          </a:p>
        </p:txBody>
      </p:sp>
      <p:sp>
        <p:nvSpPr>
          <p:cNvPr id="41" name="橢圓 40">
            <a:extLst xmlns:a="http://schemas.openxmlformats.org/drawingml/2006/main">
              <a:ext uri="{FF2B5EF4-FFF2-40B4-BE49-F238E27FC236}">
                <a16:creationId xmlns:a16="http://schemas.microsoft.com/office/drawing/2014/main" id="{8957B09A-7EC5-908A-8668-37F4496C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616405" flipH="1" flipV="1">
            <a:off x="940269" y="3572017"/>
            <a:ext cx="71645" cy="567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>
              <a:solidFill>
                <a:srgbClr val="FF0000"/>
              </a:solidFill>
            </a:endParaRPr>
          </a:p>
        </p:txBody>
      </p:sp>
      <p:sp>
        <p:nvSpPr>
          <p:cNvPr id="42" name="橢圓 41">
            <a:extLst xmlns:a="http://schemas.openxmlformats.org/drawingml/2006/main">
              <a:ext uri="{FF2B5EF4-FFF2-40B4-BE49-F238E27FC236}">
                <a16:creationId xmlns:a16="http://schemas.microsoft.com/office/drawing/2014/main" id="{2BAA9C0A-7562-5E64-97C9-5843AF03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1273877" flipV="1">
            <a:off x="2172786" y="2608262"/>
            <a:ext cx="88995" cy="571389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>
              <a:solidFill>
                <a:srgbClr val="FF0000"/>
              </a:solidFill>
            </a:endParaRPr>
          </a:p>
        </p:txBody>
      </p:sp>
      <p:sp>
        <p:nvSpPr>
          <p:cNvPr id="43" name="圖說文字: 折線 42">
            <a:extLst xmlns:a="http://schemas.openxmlformats.org/drawingml/2006/main">
              <a:ext uri="{FF2B5EF4-FFF2-40B4-BE49-F238E27FC236}">
                <a16:creationId xmlns:a16="http://schemas.microsoft.com/office/drawing/2014/main" id="{0DBFBC77-3A4B-5DF4-85FD-8304219E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47" y="2277041"/>
            <a:ext cx="662672" cy="280037"/>
          </a:xfrm>
          <a:prstGeom xmlns:a="http://schemas.openxmlformats.org/drawingml/2006/main" prst="borderCallout2">
            <a:avLst>
              <a:gd name="adj1" fmla="val 98296"/>
              <a:gd name="adj2" fmla="val 96257"/>
              <a:gd name="adj3" fmla="val 168482"/>
              <a:gd name="adj4" fmla="val 128020"/>
              <a:gd name="adj5" fmla="val 214223"/>
              <a:gd name="adj6" fmla="val 13996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  <a:ln xmlns:a="http://schemas.openxmlformats.org/drawingml/2006/main" w="952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{{R9}}</a:t>
            </a:r>
          </a:p>
        </p:txBody>
      </p:sp>
      <p:sp>
        <p:nvSpPr>
          <p:cNvPr id="2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1A85D8AE-B338-B83C-9289-4DB04C90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823" y="5770582"/>
            <a:ext cx="1600200" cy="195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75" name="資料庫圖表 2"/>
          <p:cNvGraphicFramePr/>
          <p:nvPr/>
        </p:nvGraphicFramePr>
        <p:xfrm>
          <a:off xmlns:a="http://schemas.openxmlformats.org/drawingml/2006/main" x="17892" y="233271"/>
          <a:ext xmlns:a="http://schemas.openxmlformats.org/drawingml/2006/main" cx="8946596" cy="414795"/>
        </p:xfrm>
        <a:graphic xmlns:a="http://schemas.openxmlformats.org/drawingml/2006/main">
          <a:graphicData uri="http://schemas.openxmlformats.org/drawingml/2006/diagram">
            <dgm:relIds xmlns:r="http://schemas.openxmlformats.org/officeDocument/2006/relationships" xmlns:dgm="http://schemas.openxmlformats.org/drawingml/2006/diagram" r:dm="R1ea1f39174e34cd4" r:lo="R715405bf702b4d62"/>
          </a:graphicData>
        </a:graphic>
      </p:graphicFrame>
    </p:spTree>
    <p:extLst>
      <p:ext uri="{BB962C8B-B14F-4D97-AF65-F5344CB8AC3E}">
        <p14:creationId xmlns:p14="http://schemas.microsoft.com/office/powerpoint/2010/main" val="2747008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圖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bcd1b69294d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105" y="2212906"/>
            <a:ext cx="4541895" cy="3390176"/>
          </a:xfrm>
          <a:prstGeom xmlns:a="http://schemas.openxmlformats.org/drawingml/2006/main" prst="rect">
            <a:avLst/>
          </a:prstGeom>
        </p:spPr>
      </p:pic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34291B09-17FC-4A6E-9F7B-5F7136F0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87" y="1262527"/>
            <a:ext cx="3258141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三、易肇事路口分析</a:t>
            </a:r>
          </a:p>
        </p:txBody>
      </p:sp>
      <p:graphicFrame>
        <p:nvGraphicFramePr>
          <p:cNvPr id="52" name="圖表 20"/>
          <p:cNvGraphicFramePr/>
          <p:nvPr/>
        </p:nvGraphicFramePr>
        <p:xfrm>
          <a:off xmlns:a="http://schemas.openxmlformats.org/drawingml/2006/main" x="4676420" y="1515275"/>
          <a:ext xmlns:a="http://schemas.openxmlformats.org/drawingml/2006/main" cx="4329738" cy="223621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ac5d7dbaf8442f"/>
          </a:graphicData>
        </a:graphic>
      </p:graphicFrame>
      <p:graphicFrame>
        <p:nvGraphicFramePr>
          <p:cNvPr id="53" name="表格 23"/>
          <p:cNvGraphicFramePr/>
          <p:nvPr/>
        </p:nvGraphicFramePr>
        <p:xfrm>
          <a:off xmlns:a="http://schemas.openxmlformats.org/drawingml/2006/main" x="4637938" y="3805484"/>
          <a:ext xmlns:a="http://schemas.openxmlformats.org/drawingml/2006/main" cx="4401288" cy="805340"/>
        </p:xfrm>
        <a:graphic xmlns:a="http://schemas.openxmlformats.org/drawingml/2006/main"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53388"/>
                <a:gridCol w="404790"/>
                <a:gridCol w="404790"/>
                <a:gridCol w="404790"/>
                <a:gridCol w="430848"/>
                <a:gridCol w="378732"/>
                <a:gridCol w="404790"/>
                <a:gridCol w="404790"/>
                <a:gridCol w="404790"/>
                <a:gridCol w="404790"/>
                <a:gridCol w="404790"/>
              </a:tblGrid>
              <a:tr h="185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排名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{{I1}}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{{I2}}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{{I3}}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{{I4}}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{{I5}}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{{I6}}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{{I7}}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{{I8}}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{{I9}}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{{I10}}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</a:tr>
              <a:tr h="4152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件數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2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1" i="0" u="none">
                          <a:latin typeface="Carlito"/>
                          <a:ea typeface="Carlito"/>
                          <a:cs typeface="Carlito"/>
                        </a:rPr>
                        <a:t>{{IN1}}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 u="none">
                          <a:latin typeface="微軟正黑體"/>
                          <a:ea typeface="微軟正黑體"/>
                          <a:cs typeface="微軟正黑體"/>
                        </a:rPr>
                        <a:t>{{IN2}}</a:t>
                      </a:r>
                      <a:endParaRPr sz="800" b="1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{{IN3}}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 i="0" u="none">
                          <a:latin typeface="Carlito"/>
                          <a:ea typeface="Carlito"/>
                          <a:cs typeface="Carlito"/>
                        </a:rPr>
                        <a:t>{{IN4}}</a:t>
                      </a: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2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1" u="none">
                          <a:latin typeface="微軟正黑體"/>
                          <a:ea typeface="微軟正黑體"/>
                          <a:cs typeface="微軟正黑體"/>
                        </a:rPr>
                        <a:t>{{IN5}}</a:t>
                      </a:r>
                      <a:endParaRPr sz="700" b="1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2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1" u="none">
                          <a:latin typeface="微軟正黑體"/>
                          <a:ea typeface="微軟正黑體"/>
                          <a:cs typeface="微軟正黑體"/>
                        </a:rPr>
                        <a:t>{{IN6}}</a:t>
                      </a:r>
                      <a:endParaRPr sz="700" b="1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{{IN7}}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2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1" i="0" u="none">
                          <a:latin typeface="Carlito"/>
                          <a:ea typeface="Carlito"/>
                          <a:cs typeface="Carlito"/>
                        </a:rPr>
                        <a:t>{{IN8}}</a:t>
                      </a:r>
                      <a:endParaRPr sz="700" b="1" i="0" u="none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2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1" i="0" u="none">
                          <a:latin typeface="Carlito"/>
                          <a:ea typeface="Carlito"/>
                          <a:cs typeface="Carlito"/>
                        </a:rPr>
                        <a:t>{{IN9}}</a:t>
                      </a:r>
                      <a:endParaRPr sz="700" b="1" i="0" u="none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7144" marR="7144" marT="7144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23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700" b="1" i="0" u="none">
                          <a:latin typeface="Carlito"/>
                          <a:ea typeface="Carlito"/>
                          <a:cs typeface="Carlito"/>
                        </a:rPr>
                        <a:t>{{IN10}}</a:t>
                      </a:r>
                      <a:endParaRPr sz="700" b="1" i="0" u="none"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7144" marR="7144" marT="7144" marB="0" anchor="b"/>
                </a:tc>
              </a:tr>
              <a:tr h="1857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u="none">
                          <a:latin typeface="微軟正黑體"/>
                          <a:ea typeface="微軟正黑體"/>
                          <a:cs typeface="微軟正黑體"/>
                        </a:rPr>
                        <a:t>排名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marL="7144" marR="7144" marT="7144" marB="0" anchor="ctr"/>
                </a:tc>
              </a:tr>
            </a:tbl>
          </a:graphicData>
        </a:graphic>
      </p:graphicFrame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987E629-4E4E-45C4-9701-172BA5C7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7938" y="4670615"/>
            <a:ext cx="4436578" cy="947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57168" indent="-257168">
              <a:lnSpc>
                <a:spcPts val="2250"/>
              </a:lnSpc>
              <a:buFont typeface="Wingdings"/>
              <a:buChar char="p"/>
            </a:pPr>
            <a:r>
              <a:rPr sz="150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路口：{{I1}} {{IN1}}件；{{I2}} {{IN2}}件；{{I3}} {{IN3}}件。</a:t>
            </a:r>
            <a:endParaRPr sz="150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0" name="星形: 八角 19">
            <a:extLst xmlns:a="http://schemas.openxmlformats.org/drawingml/2006/main">
              <a:ext uri="{FF2B5EF4-FFF2-40B4-BE49-F238E27FC236}">
                <a16:creationId xmlns:a16="http://schemas.microsoft.com/office/drawing/2014/main" id="{AA42EA29-F772-4317-BA0D-B3BBAB3E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8" y="4443882"/>
            <a:ext cx="300038" cy="223838"/>
          </a:xfrm>
          <a:prstGeom xmlns:a="http://schemas.openxmlformats.org/drawingml/2006/main" prst="star8">
            <a:avLst/>
          </a:prstGeom>
          <a:solidFill xmlns:a="http://schemas.openxmlformats.org/drawingml/2006/main">
            <a:srgbClr val="FF00FF"/>
          </a:solidFill>
          <a:ln xmlns:a="http://schemas.openxmlformats.org/drawingml/2006/main">
            <a:solidFill>
              <a:srgbClr val="FF00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/>
              <a:t>2</a:t>
            </a:r>
            <a:endParaRPr sz="1350" b="1"/>
          </a:p>
        </p:txBody>
      </p:sp>
      <p:sp>
        <p:nvSpPr>
          <p:cNvPr id="26" name="星形: 八角 25">
            <a:extLst xmlns:a="http://schemas.openxmlformats.org/drawingml/2006/main">
              <a:ext uri="{FF2B5EF4-FFF2-40B4-BE49-F238E27FC236}">
                <a16:creationId xmlns:a16="http://schemas.microsoft.com/office/drawing/2014/main" id="{790D3B8E-B8E2-42B2-BD76-031DA4BB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296" y="4090958"/>
            <a:ext cx="300038" cy="223838"/>
          </a:xfrm>
          <a:prstGeom xmlns:a="http://schemas.openxmlformats.org/drawingml/2006/main" prst="star8">
            <a:avLst/>
          </a:prstGeom>
          <a:solidFill xmlns:a="http://schemas.openxmlformats.org/drawingml/2006/main">
            <a:srgbClr val="FF00FF"/>
          </a:solidFill>
          <a:ln xmlns:a="http://schemas.openxmlformats.org/drawingml/2006/main">
            <a:solidFill>
              <a:srgbClr val="FF00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/>
              <a:t>1</a:t>
            </a:r>
            <a:endParaRPr sz="1350" b="1"/>
          </a:p>
        </p:txBody>
      </p:sp>
      <p:sp>
        <p:nvSpPr>
          <p:cNvPr id="27" name="星形: 八角 26">
            <a:extLst xmlns:a="http://schemas.openxmlformats.org/drawingml/2006/main">
              <a:ext uri="{FF2B5EF4-FFF2-40B4-BE49-F238E27FC236}">
                <a16:creationId xmlns:a16="http://schemas.microsoft.com/office/drawing/2014/main" id="{16814E1D-D085-4E46-BA9A-93220104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309" y="2628347"/>
            <a:ext cx="300038" cy="223838"/>
          </a:xfrm>
          <a:prstGeom xmlns:a="http://schemas.openxmlformats.org/drawingml/2006/main" prst="star8">
            <a:avLst/>
          </a:prstGeom>
          <a:solidFill xmlns:a="http://schemas.openxmlformats.org/drawingml/2006/main">
            <a:srgbClr val="FF00FF"/>
          </a:solidFill>
          <a:ln xmlns:a="http://schemas.openxmlformats.org/drawingml/2006/main">
            <a:solidFill>
              <a:srgbClr val="FF00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/>
              <a:t>3</a:t>
            </a:r>
            <a:endParaRPr sz="1350" b="1"/>
          </a:p>
        </p:txBody>
      </p:sp>
      <p:sp>
        <p:nvSpPr>
          <p:cNvPr id="28" name="星形: 八角 27">
            <a:extLst xmlns:a="http://schemas.openxmlformats.org/drawingml/2006/main">
              <a:ext uri="{FF2B5EF4-FFF2-40B4-BE49-F238E27FC236}">
                <a16:creationId xmlns:a16="http://schemas.microsoft.com/office/drawing/2014/main" id="{AD2F73E0-081D-439E-997B-74BA9F1B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048" y="3533903"/>
            <a:ext cx="300038" cy="223838"/>
          </a:xfrm>
          <a:prstGeom xmlns:a="http://schemas.openxmlformats.org/drawingml/2006/main" prst="star8">
            <a:avLst/>
          </a:prstGeom>
          <a:solidFill xmlns:a="http://schemas.openxmlformats.org/drawingml/2006/main">
            <a:srgbClr val="FF00FF"/>
          </a:solidFill>
          <a:ln xmlns:a="http://schemas.openxmlformats.org/drawingml/2006/main">
            <a:solidFill>
              <a:srgbClr val="FF00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/>
              <a:t>4</a:t>
            </a:r>
            <a:endParaRPr sz="1350" b="1"/>
          </a:p>
        </p:txBody>
      </p:sp>
      <p:sp>
        <p:nvSpPr>
          <p:cNvPr id="31" name="星形: 八角 30">
            <a:extLst xmlns:a="http://schemas.openxmlformats.org/drawingml/2006/main">
              <a:ext uri="{FF2B5EF4-FFF2-40B4-BE49-F238E27FC236}">
                <a16:creationId xmlns:a16="http://schemas.microsoft.com/office/drawing/2014/main" id="{E1985762-B7A9-4DF0-8C39-2CD9A852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7034" y="4585675"/>
            <a:ext cx="300038" cy="223838"/>
          </a:xfrm>
          <a:prstGeom xmlns:a="http://schemas.openxmlformats.org/drawingml/2006/main" prst="star8">
            <a:avLst/>
          </a:prstGeom>
          <a:solidFill xmlns:a="http://schemas.openxmlformats.org/drawingml/2006/main">
            <a:srgbClr val="FF00FF"/>
          </a:solidFill>
          <a:ln xmlns:a="http://schemas.openxmlformats.org/drawingml/2006/main">
            <a:solidFill>
              <a:srgbClr val="FF00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/>
              <a:t>7</a:t>
            </a:r>
            <a:endParaRPr sz="1350" b="1"/>
          </a:p>
        </p:txBody>
      </p:sp>
      <p:sp>
        <p:nvSpPr>
          <p:cNvPr id="32" name="星形: 八角 31">
            <a:extLst xmlns:a="http://schemas.openxmlformats.org/drawingml/2006/main">
              <a:ext uri="{FF2B5EF4-FFF2-40B4-BE49-F238E27FC236}">
                <a16:creationId xmlns:a16="http://schemas.microsoft.com/office/drawing/2014/main" id="{7337BF88-3B74-4C2B-B885-E4880351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302" y="4480261"/>
            <a:ext cx="300038" cy="223838"/>
          </a:xfrm>
          <a:prstGeom xmlns:a="http://schemas.openxmlformats.org/drawingml/2006/main" prst="star8">
            <a:avLst/>
          </a:prstGeom>
          <a:solidFill xmlns:a="http://schemas.openxmlformats.org/drawingml/2006/main">
            <a:srgbClr val="FF00FF"/>
          </a:solidFill>
          <a:ln xmlns:a="http://schemas.openxmlformats.org/drawingml/2006/main">
            <a:solidFill>
              <a:srgbClr val="FF00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/>
              <a:t>6</a:t>
            </a:r>
            <a:endParaRPr sz="1350" b="1"/>
          </a:p>
        </p:txBody>
      </p:sp>
      <p:sp>
        <p:nvSpPr>
          <p:cNvPr id="33" name="星形: 八角 32">
            <a:extLst xmlns:a="http://schemas.openxmlformats.org/drawingml/2006/main">
              <a:ext uri="{FF2B5EF4-FFF2-40B4-BE49-F238E27FC236}">
                <a16:creationId xmlns:a16="http://schemas.microsoft.com/office/drawing/2014/main" id="{22666C00-D5E3-4D5E-BB97-A8F8A8E1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468" y="5112619"/>
            <a:ext cx="300038" cy="223838"/>
          </a:xfrm>
          <a:prstGeom xmlns:a="http://schemas.openxmlformats.org/drawingml/2006/main" prst="star8">
            <a:avLst/>
          </a:prstGeom>
          <a:solidFill xmlns:a="http://schemas.openxmlformats.org/drawingml/2006/main">
            <a:srgbClr val="FF00FF"/>
          </a:solidFill>
          <a:ln xmlns:a="http://schemas.openxmlformats.org/drawingml/2006/main">
            <a:solidFill>
              <a:srgbClr val="FF00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/>
              <a:t>8</a:t>
            </a:r>
            <a:endParaRPr sz="1350" b="1"/>
          </a:p>
        </p:txBody>
      </p:sp>
      <p:sp>
        <p:nvSpPr>
          <p:cNvPr id="34" name="星形: 八角 33">
            <a:extLst xmlns:a="http://schemas.openxmlformats.org/drawingml/2006/main">
              <a:ext uri="{FF2B5EF4-FFF2-40B4-BE49-F238E27FC236}">
                <a16:creationId xmlns:a16="http://schemas.microsoft.com/office/drawing/2014/main" id="{E6D36EE9-AFF5-420F-BB75-2CB192AC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05" y="4287232"/>
            <a:ext cx="300038" cy="223838"/>
          </a:xfrm>
          <a:prstGeom xmlns:a="http://schemas.openxmlformats.org/drawingml/2006/main" prst="star8">
            <a:avLst/>
          </a:prstGeom>
          <a:solidFill xmlns:a="http://schemas.openxmlformats.org/drawingml/2006/main">
            <a:srgbClr val="FF00FF"/>
          </a:solidFill>
          <a:ln xmlns:a="http://schemas.openxmlformats.org/drawingml/2006/main">
            <a:solidFill>
              <a:srgbClr val="FF00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/>
              <a:t>9</a:t>
            </a:r>
            <a:endParaRPr sz="1350" b="1"/>
          </a:p>
        </p:txBody>
      </p:sp>
      <p:sp>
        <p:nvSpPr>
          <p:cNvPr id="35" name="星形: 八角 34">
            <a:extLst xmlns:a="http://schemas.openxmlformats.org/drawingml/2006/main">
              <a:ext uri="{FF2B5EF4-FFF2-40B4-BE49-F238E27FC236}">
                <a16:creationId xmlns:a16="http://schemas.microsoft.com/office/drawing/2014/main" id="{5F68664D-D968-4AE0-B7D1-4BE20735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9280" y="4172737"/>
            <a:ext cx="300038" cy="223838"/>
          </a:xfrm>
          <a:prstGeom xmlns:a="http://schemas.openxmlformats.org/drawingml/2006/main" prst="star8">
            <a:avLst/>
          </a:prstGeom>
          <a:solidFill xmlns:a="http://schemas.openxmlformats.org/drawingml/2006/main">
            <a:srgbClr val="FF00FF"/>
          </a:solidFill>
          <a:ln xmlns:a="http://schemas.openxmlformats.org/drawingml/2006/main">
            <a:solidFill>
              <a:srgbClr val="FF00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/>
              <a:t>5</a:t>
            </a:r>
            <a:endParaRPr sz="1350" b="1"/>
          </a:p>
        </p:txBody>
      </p:sp>
      <p:sp>
        <p:nvSpPr>
          <p:cNvPr id="38" name="圖說文字: 折線 37">
            <a:extLst xmlns:a="http://schemas.openxmlformats.org/drawingml/2006/main">
              <a:ext uri="{FF2B5EF4-FFF2-40B4-BE49-F238E27FC236}">
                <a16:creationId xmlns:a16="http://schemas.microsoft.com/office/drawing/2014/main" id="{5858834B-3D8C-43C9-BC05-F54A67C6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04" y="3717907"/>
            <a:ext cx="719339" cy="280037"/>
          </a:xfrm>
          <a:prstGeom xmlns:a="http://schemas.openxmlformats.org/drawingml/2006/main" prst="borderCallout2">
            <a:avLst>
              <a:gd name="adj1" fmla="val 44527"/>
              <a:gd name="adj2" fmla="val 101474"/>
              <a:gd name="adj3" fmla="val 143223"/>
              <a:gd name="adj4" fmla="val 103598"/>
              <a:gd name="adj5" fmla="val 214714"/>
              <a:gd name="adj6" fmla="val 83514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 w="12700">
            <a:solidFill>
              <a:srgbClr val="FF00FF"/>
            </a:soli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{{I1}}</a:t>
            </a:r>
          </a:p>
        </p:txBody>
      </p:sp>
      <p:sp>
        <p:nvSpPr>
          <p:cNvPr id="40" name="圖說文字: 折線 39">
            <a:extLst xmlns:a="http://schemas.openxmlformats.org/drawingml/2006/main">
              <a:ext uri="{FF2B5EF4-FFF2-40B4-BE49-F238E27FC236}">
                <a16:creationId xmlns:a16="http://schemas.microsoft.com/office/drawing/2014/main" id="{CF9FE5E9-9794-40D9-BBD8-9E9EE072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788" y="5238002"/>
            <a:ext cx="719339" cy="339495"/>
          </a:xfrm>
          <a:prstGeom xmlns:a="http://schemas.openxmlformats.org/drawingml/2006/main" prst="borderCallout2">
            <a:avLst>
              <a:gd name="adj1" fmla="val 2708"/>
              <a:gd name="adj2" fmla="val 49039"/>
              <a:gd name="adj3" fmla="val -14223"/>
              <a:gd name="adj4" fmla="val 12035"/>
              <a:gd name="adj5" fmla="val -14503"/>
              <a:gd name="adj6" fmla="val -21158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 w="12700">
            <a:solidFill>
              <a:srgbClr val="FF00FF"/>
            </a:soli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{{I2}}</a:t>
            </a:r>
          </a:p>
        </p:txBody>
      </p:sp>
      <p:sp>
        <p:nvSpPr>
          <p:cNvPr id="41" name="圖說文字: 折線 40">
            <a:extLst xmlns:a="http://schemas.openxmlformats.org/drawingml/2006/main">
              <a:ext uri="{FF2B5EF4-FFF2-40B4-BE49-F238E27FC236}">
                <a16:creationId xmlns:a16="http://schemas.microsoft.com/office/drawing/2014/main" id="{06C14D4B-A039-4780-9007-21E5EC50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21" y="5007989"/>
            <a:ext cx="670856" cy="339495"/>
          </a:xfrm>
          <a:prstGeom xmlns:a="http://schemas.openxmlformats.org/drawingml/2006/main" prst="borderCallout2">
            <a:avLst>
              <a:gd name="adj1" fmla="val 2708"/>
              <a:gd name="adj2" fmla="val 49039"/>
              <a:gd name="adj3" fmla="val -41578"/>
              <a:gd name="adj4" fmla="val 85224"/>
              <a:gd name="adj5" fmla="val -100777"/>
              <a:gd name="adj6" fmla="val 102272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 w="12700">
            <a:solidFill>
              <a:srgbClr val="FF00FF"/>
            </a:soli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{{I3}}</a:t>
            </a:r>
          </a:p>
        </p:txBody>
      </p:sp>
      <p:sp>
        <p:nvSpPr>
          <p:cNvPr id="42" name="圖說文字: 折線 41">
            <a:extLst xmlns:a="http://schemas.openxmlformats.org/drawingml/2006/main">
              <a:ext uri="{FF2B5EF4-FFF2-40B4-BE49-F238E27FC236}">
                <a16:creationId xmlns:a16="http://schemas.microsoft.com/office/drawing/2014/main" id="{8FEE4B1A-7DCA-48BF-92E2-082C44FA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2347" y="3522515"/>
            <a:ext cx="618374" cy="339495"/>
          </a:xfrm>
          <a:prstGeom xmlns:a="http://schemas.openxmlformats.org/drawingml/2006/main" prst="borderCallout2">
            <a:avLst>
              <a:gd name="adj1" fmla="val 53209"/>
              <a:gd name="adj2" fmla="val 97502"/>
              <a:gd name="adj3" fmla="val 128023"/>
              <a:gd name="adj4" fmla="val 104716"/>
              <a:gd name="adj5" fmla="val 160990"/>
              <a:gd name="adj6" fmla="val 101174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 w="12700">
            <a:solidFill>
              <a:srgbClr val="FF00FF"/>
            </a:soli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{{I4}}</a:t>
            </a:r>
          </a:p>
        </p:txBody>
      </p:sp>
      <p:sp>
        <p:nvSpPr>
          <p:cNvPr id="43" name="圖說文字: 折線 42">
            <a:extLst xmlns:a="http://schemas.openxmlformats.org/drawingml/2006/main">
              <a:ext uri="{FF2B5EF4-FFF2-40B4-BE49-F238E27FC236}">
                <a16:creationId xmlns:a16="http://schemas.microsoft.com/office/drawing/2014/main" id="{F47367FD-802D-48CC-9B9E-A785D897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445" y="2774518"/>
            <a:ext cx="719339" cy="339495"/>
          </a:xfrm>
          <a:prstGeom xmlns:a="http://schemas.openxmlformats.org/drawingml/2006/main" prst="borderCallout2">
            <a:avLst>
              <a:gd name="adj1" fmla="val 2708"/>
              <a:gd name="adj2" fmla="val 49039"/>
              <a:gd name="adj3" fmla="val -14223"/>
              <a:gd name="adj4" fmla="val 116310"/>
              <a:gd name="adj5" fmla="val -22920"/>
              <a:gd name="adj6" fmla="val 16256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 w="12700">
            <a:solidFill>
              <a:srgbClr val="FF00FF"/>
            </a:soli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{{I5}}</a:t>
            </a:r>
          </a:p>
        </p:txBody>
      </p:sp>
      <p:sp>
        <p:nvSpPr>
          <p:cNvPr id="45" name="圖說文字: 折線 44">
            <a:extLst xmlns:a="http://schemas.openxmlformats.org/drawingml/2006/main">
              <a:ext uri="{FF2B5EF4-FFF2-40B4-BE49-F238E27FC236}">
                <a16:creationId xmlns:a16="http://schemas.microsoft.com/office/drawing/2014/main" id="{9A97570B-F4BD-4C04-A398-70087F50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200" y="5054790"/>
            <a:ext cx="719339" cy="339495"/>
          </a:xfrm>
          <a:prstGeom xmlns:a="http://schemas.openxmlformats.org/drawingml/2006/main" prst="borderCallout2">
            <a:avLst>
              <a:gd name="adj1" fmla="val 2708"/>
              <a:gd name="adj2" fmla="val 49039"/>
              <a:gd name="adj3" fmla="val -55466"/>
              <a:gd name="adj4" fmla="val 48581"/>
              <a:gd name="adj5" fmla="val -92359"/>
              <a:gd name="adj6" fmla="val 3670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 w="12700">
            <a:solidFill>
              <a:srgbClr val="FF00FF"/>
            </a:soli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{{I6}}</a:t>
            </a:r>
          </a:p>
        </p:txBody>
      </p:sp>
      <p:sp>
        <p:nvSpPr>
          <p:cNvPr id="37" name="圖說文字: 折線 36">
            <a:extLst xmlns:a="http://schemas.openxmlformats.org/drawingml/2006/main">
              <a:ext uri="{FF2B5EF4-FFF2-40B4-BE49-F238E27FC236}">
                <a16:creationId xmlns:a16="http://schemas.microsoft.com/office/drawing/2014/main" id="{F405574E-F7CA-4728-8DD8-F9CD8778D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983" y="2900564"/>
            <a:ext cx="719339" cy="280037"/>
          </a:xfrm>
          <a:prstGeom xmlns:a="http://schemas.openxmlformats.org/drawingml/2006/main" prst="borderCallout2">
            <a:avLst>
              <a:gd name="adj1" fmla="val 103711"/>
              <a:gd name="adj2" fmla="val 49833"/>
              <a:gd name="adj3" fmla="val 154957"/>
              <a:gd name="adj4" fmla="val 55731"/>
              <a:gd name="adj5" fmla="val 237163"/>
              <a:gd name="adj6" fmla="val 5173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 w="12700">
            <a:solidFill>
              <a:srgbClr val="FF0000"/>
            </a:soli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0000FF"/>
                </a:solidFill>
              </a:rPr>
              <a:t>{{I7}}</a:t>
            </a:r>
          </a:p>
        </p:txBody>
      </p:sp>
      <p:sp>
        <p:nvSpPr>
          <p:cNvPr id="6" name="星形: 八角 5">
            <a:extLst xmlns:a="http://schemas.openxmlformats.org/drawingml/2006/main">
              <a:ext uri="{FF2B5EF4-FFF2-40B4-BE49-F238E27FC236}">
                <a16:creationId xmlns:a16="http://schemas.microsoft.com/office/drawing/2014/main" id="{10409455-1DC1-E797-1ADA-5F55C74A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360" y="3652673"/>
            <a:ext cx="405268" cy="223838"/>
          </a:xfrm>
          <a:prstGeom xmlns:a="http://schemas.openxmlformats.org/drawingml/2006/main" prst="star8">
            <a:avLst/>
          </a:prstGeom>
          <a:solidFill xmlns:a="http://schemas.openxmlformats.org/drawingml/2006/main">
            <a:srgbClr val="FF00FF"/>
          </a:solidFill>
          <a:ln xmlns:a="http://schemas.openxmlformats.org/drawingml/2006/main">
            <a:solidFill>
              <a:srgbClr val="FF00F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/>
              <a:t>10</a:t>
            </a:r>
            <a:endParaRPr sz="1050" b="1"/>
          </a:p>
        </p:txBody>
      </p:sp>
      <p:sp>
        <p:nvSpPr>
          <p:cNvPr id="8" name="圖說文字: 折線 7">
            <a:extLst xmlns:a="http://schemas.openxmlformats.org/drawingml/2006/main">
              <a:ext uri="{FF2B5EF4-FFF2-40B4-BE49-F238E27FC236}">
                <a16:creationId xmlns:a16="http://schemas.microsoft.com/office/drawing/2014/main" id="{94264A98-C5B3-7D91-DE16-16DE290C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861" y="3091375"/>
            <a:ext cx="719339" cy="280037"/>
          </a:xfrm>
          <a:prstGeom xmlns:a="http://schemas.openxmlformats.org/drawingml/2006/main" prst="borderCallout2">
            <a:avLst>
              <a:gd name="adj1" fmla="val 103711"/>
              <a:gd name="adj2" fmla="val 49833"/>
              <a:gd name="adj3" fmla="val 142202"/>
              <a:gd name="adj4" fmla="val 70628"/>
              <a:gd name="adj5" fmla="val 216755"/>
              <a:gd name="adj6" fmla="val 96424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 w="12700">
            <a:solidFill>
              <a:srgbClr val="FF0000"/>
            </a:soli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0000FF"/>
                </a:solidFill>
              </a:rPr>
              <a:t>{{I8}}</a:t>
            </a:r>
          </a:p>
        </p:txBody>
      </p:sp>
      <p:sp>
        <p:nvSpPr>
          <p:cNvPr id="9" name="圖說文字: 折線 8">
            <a:extLst xmlns:a="http://schemas.openxmlformats.org/drawingml/2006/main">
              <a:ext uri="{FF2B5EF4-FFF2-40B4-BE49-F238E27FC236}">
                <a16:creationId xmlns:a16="http://schemas.microsoft.com/office/drawing/2014/main" id="{612E4E96-5012-486B-C8DF-6268B23F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167" y="4211073"/>
            <a:ext cx="719339" cy="280037"/>
          </a:xfrm>
          <a:prstGeom xmlns:a="http://schemas.openxmlformats.org/drawingml/2006/main" prst="borderCallout2">
            <a:avLst>
              <a:gd name="adj1" fmla="val 44527"/>
              <a:gd name="adj2" fmla="val 101474"/>
              <a:gd name="adj3" fmla="val 125366"/>
              <a:gd name="adj4" fmla="val 110550"/>
              <a:gd name="adj5" fmla="val 140735"/>
              <a:gd name="adj6" fmla="val 118272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 w="12700">
            <a:solidFill>
              <a:srgbClr val="FF00FF"/>
            </a:soli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{{I9}}</a:t>
            </a:r>
          </a:p>
        </p:txBody>
      </p:sp>
      <p:sp>
        <p:nvSpPr>
          <p:cNvPr id="10" name="圖說文字: 折線 9">
            <a:extLst xmlns:a="http://schemas.openxmlformats.org/drawingml/2006/main">
              <a:ext uri="{FF2B5EF4-FFF2-40B4-BE49-F238E27FC236}">
                <a16:creationId xmlns:a16="http://schemas.microsoft.com/office/drawing/2014/main" id="{852227D0-74FB-9135-EA82-5F1DB343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4858" y="4238003"/>
            <a:ext cx="719339" cy="339495"/>
          </a:xfrm>
          <a:prstGeom xmlns:a="http://schemas.openxmlformats.org/drawingml/2006/main" prst="borderCallout2">
            <a:avLst>
              <a:gd name="adj1" fmla="val 30063"/>
              <a:gd name="adj2" fmla="val 1370"/>
              <a:gd name="adj3" fmla="val 26599"/>
              <a:gd name="adj4" fmla="val -16964"/>
              <a:gd name="adj5" fmla="val 2331"/>
              <a:gd name="adj6" fmla="val -50950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 w="12700">
            <a:solidFill>
              <a:srgbClr val="FF00FF"/>
            </a:solidFill>
            <a:prstDash val="sysDot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{{I10}}</a:t>
            </a:r>
          </a:p>
        </p:txBody>
      </p:sp>
      <p:sp>
        <p:nvSpPr>
          <p:cNvPr id="2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89394782-10D4-D051-B6D0-75D2330A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823" y="5770582"/>
            <a:ext cx="1600200" cy="195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76" name="資料庫圖表 3"/>
          <p:cNvGraphicFramePr/>
          <p:nvPr/>
        </p:nvGraphicFramePr>
        <p:xfrm>
          <a:off xmlns:a="http://schemas.openxmlformats.org/drawingml/2006/main" x="17892" y="233271"/>
          <a:ext xmlns:a="http://schemas.openxmlformats.org/drawingml/2006/main" cx="8946596" cy="414795"/>
        </p:xfrm>
        <a:graphic xmlns:a="http://schemas.openxmlformats.org/drawingml/2006/main">
          <a:graphicData uri="http://schemas.openxmlformats.org/drawingml/2006/diagram">
            <dgm:relIds xmlns:r="http://schemas.openxmlformats.org/officeDocument/2006/relationships" xmlns:dgm="http://schemas.openxmlformats.org/drawingml/2006/diagram" r:dm="R224e1004f7d24706" r:lo="R6be897cb924249e7"/>
          </a:graphicData>
        </a:graphic>
      </p:graphicFrame>
    </p:spTree>
    <p:extLst>
      <p:ext uri="{BB962C8B-B14F-4D97-AF65-F5344CB8AC3E}">
        <p14:creationId xmlns:p14="http://schemas.microsoft.com/office/powerpoint/2010/main" val="7353401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字方塊 5">
            <a:extLst xmlns:a="http://schemas.openxmlformats.org/drawingml/2006/main">
              <a:ext uri="{FF2B5EF4-FFF2-40B4-BE49-F238E27FC236}">
                <a16:creationId xmlns:a16="http://schemas.microsoft.com/office/drawing/2014/main" id="{86CF0D2D-43E5-4F08-966B-466EEB63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787" y="1426325"/>
            <a:ext cx="173788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14313" indent="-214313">
              <a:buFont typeface="Wingdings"/>
              <a:buChar char="Ø"/>
            </a:pPr>
            <a:r>
              <a:rPr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事故時段分析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745DDBF-6E44-46D7-97CE-4260ACE8C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06" y="4718427"/>
            <a:ext cx="4453594" cy="8417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57168" indent="-257168">
              <a:lnSpc>
                <a:spcPts val="1950"/>
              </a:lnSpc>
              <a:buFont typeface="Wingdings"/>
              <a:buChar char="p"/>
            </a:pPr>
            <a:r>
              <a:rPr sz="150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時段：{{T1}} {{TN1}}件（{{TP1}}）；{{T2}} {{TN2}}件（{{TP2}}）；{{T3}} {{TN3}}件（{{TP3}}）。</a:t>
            </a:r>
            <a:endParaRPr sz="150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4" name="文字方塊 23">
            <a:extLst xmlns:a="http://schemas.openxmlformats.org/drawingml/2006/main">
              <a:ext uri="{FF2B5EF4-FFF2-40B4-BE49-F238E27FC236}">
                <a16:creationId xmlns:a16="http://schemas.microsoft.com/office/drawing/2014/main" id="{2730A1C6-91BE-49D8-B54A-AFB26721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39" y="1063710"/>
            <a:ext cx="316835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四、事故肇因分析</a:t>
            </a:r>
          </a:p>
        </p:txBody>
      </p:sp>
      <p:graphicFrame>
        <p:nvGraphicFramePr>
          <p:cNvPr id="37" name="圖表 25"/>
          <p:cNvGraphicFramePr/>
          <p:nvPr/>
        </p:nvGraphicFramePr>
        <p:xfrm>
          <a:off xmlns:a="http://schemas.openxmlformats.org/drawingml/2006/main" x="5150315" y="1959335"/>
          <a:ext xmlns:a="http://schemas.openxmlformats.org/drawingml/2006/main" cx="3888911" cy="192310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6fe3188e0849a9"/>
          </a:graphicData>
        </a:graphic>
      </p:graphicFrame>
      <p:graphicFrame>
        <p:nvGraphicFramePr>
          <p:cNvPr id="38" name="表格 26"/>
          <p:cNvGraphicFramePr/>
          <p:nvPr/>
        </p:nvGraphicFramePr>
        <p:xfrm>
          <a:off xmlns:a="http://schemas.openxmlformats.org/drawingml/2006/main" x="4948237" y="3909714"/>
          <a:ext xmlns:a="http://schemas.openxmlformats.org/drawingml/2006/main" cx="4170764" cy="705349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0828"/>
                <a:gridCol w="320828"/>
                <a:gridCol w="320828"/>
                <a:gridCol w="320828"/>
                <a:gridCol w="320828"/>
                <a:gridCol w="320828"/>
                <a:gridCol w="320828"/>
                <a:gridCol w="320828"/>
                <a:gridCol w="320828"/>
                <a:gridCol w="320828"/>
                <a:gridCol w="320828"/>
                <a:gridCol w="320828"/>
                <a:gridCol w="320828"/>
              </a:tblGrid>
              <a:tr h="4526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時間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{{T1}}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{{T2}}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{{T3}}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{{T4}}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{{T5}}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{{T6}}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{{T7}}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{{T8}}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{{T9}}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{{T10}}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{{T11}}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{{T12}}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527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件數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{{TN1}}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{{TN2}}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{{TN3}}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{{TN4}}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{{TN5}}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{{TN6}}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{{TN7}}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{{TN8}}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{{TN9}}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{{TN10}}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{{TN11}}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{{TN12}}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5432CB58-082F-4EC3-B361-DA14FA93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207" y="4642336"/>
            <a:ext cx="4239281" cy="10982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57168" indent="-257168">
              <a:lnSpc>
                <a:spcPts val="1950"/>
              </a:lnSpc>
              <a:buFont typeface="Wingdings"/>
              <a:buChar char="p"/>
            </a:pPr>
            <a:r>
              <a:rPr sz="150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肇因：{{C1}} {{CN1}}件（{{CP1}}）；{{C2}} {{CN2}}件（{{CP2}}）；{{C3}} {{CN3}}件（{{CP3}}）。</a:t>
            </a:r>
            <a:endParaRPr sz="1500" b="1">
              <a:solidFill>
                <a:srgbClr val="FF0000"/>
              </a:solidFill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40" name="圖表 28"/>
          <p:cNvGraphicFramePr/>
          <p:nvPr/>
        </p:nvGraphicFramePr>
        <p:xfrm>
          <a:off xmlns:a="http://schemas.openxmlformats.org/drawingml/2006/main" x="264319" y="1941020"/>
          <a:ext xmlns:a="http://schemas.openxmlformats.org/drawingml/2006/main" cx="4253853" cy="2087016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207557a06643d0"/>
          </a:graphicData>
        </a:graphic>
      </p:graphicFrame>
      <p:graphicFrame>
        <p:nvGraphicFramePr>
          <p:cNvPr id="41" name="表格 29"/>
          <p:cNvGraphicFramePr/>
          <p:nvPr/>
        </p:nvGraphicFramePr>
        <p:xfrm>
          <a:off xmlns:a="http://schemas.openxmlformats.org/drawingml/2006/main" x="146139" y="4047677"/>
          <a:ext xmlns:a="http://schemas.openxmlformats.org/drawingml/2006/main" cx="4547184" cy="681099"/>
        </p:xfrm>
        <a:graphic xmlns:a="http://schemas.openxmlformats.org/drawingml/2006/main"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48295"/>
                <a:gridCol w="367644"/>
                <a:gridCol w="348295"/>
                <a:gridCol w="348295"/>
                <a:gridCol w="348295"/>
                <a:gridCol w="348295"/>
                <a:gridCol w="348295"/>
                <a:gridCol w="348295"/>
                <a:gridCol w="348295"/>
                <a:gridCol w="348295"/>
                <a:gridCol w="348295"/>
                <a:gridCol w="348295"/>
                <a:gridCol w="348295"/>
              </a:tblGrid>
              <a:tr h="1223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排名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1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2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3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4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5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6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7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8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9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10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11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12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</a:tr>
              <a:tr h="3948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肇因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u="none">
                          <a:latin typeface="微軟正黑體"/>
                          <a:ea typeface="微軟正黑體"/>
                          <a:cs typeface="微軟正黑體"/>
                        </a:rPr>
                        <a:t>{{C1}}</a:t>
                      </a:r>
                      <a:endParaRPr sz="6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u="none">
                          <a:latin typeface="微軟正黑體"/>
                          <a:ea typeface="微軟正黑體"/>
                          <a:cs typeface="微軟正黑體"/>
                        </a:rPr>
                        <a:t>{{C2}}</a:t>
                      </a:r>
                      <a:endParaRPr sz="6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{{C3}}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{{C4}}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{{C5}}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{{C6}}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{{C7}}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{{C8}}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{{C9}}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{{C10}}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{{C11}}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{{C12}}</a:t>
                      </a:r>
                    </a:p>
                  </a:txBody>
                  <a:tcPr marL="7144" marR="7144" marT="7144" marB="0" anchor="ctr"/>
                </a:tc>
              </a:tr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u="none"/>
                        <a:t>件數</a:t>
                      </a:r>
                      <a:endParaRPr sz="8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{{CN1}}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{{CN2}}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{{CN3}}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{{CN4}}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{{CN5}}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{{CN6}}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{{CN7}}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{{CN8}}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{{CN9}}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{{CN10}}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{{CN11}}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{{CN12}}</a:t>
                      </a:r>
                    </a:p>
                  </a:txBody>
                  <a:tcPr marL="7144" marR="7144" marT="7144" marB="0" anchor="ctr"/>
                </a:tc>
              </a:tr>
            </a:tbl>
          </a:graphicData>
        </a:graphic>
      </p:graphicFrame>
      <p:sp>
        <p:nvSpPr>
          <p:cNvPr id="2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1D15B9FE-58B2-7573-2E0C-D6A48660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823" y="5770582"/>
            <a:ext cx="1600200" cy="195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43" name="資料庫圖表 2"/>
          <p:cNvGraphicFramePr/>
          <p:nvPr/>
        </p:nvGraphicFramePr>
        <p:xfrm>
          <a:off xmlns:a="http://schemas.openxmlformats.org/drawingml/2006/main" x="17892" y="233271"/>
          <a:ext xmlns:a="http://schemas.openxmlformats.org/drawingml/2006/main" cx="8946596" cy="414795"/>
        </p:xfrm>
        <a:graphic xmlns:a="http://schemas.openxmlformats.org/drawingml/2006/main">
          <a:graphicData uri="http://schemas.openxmlformats.org/drawingml/2006/diagram">
            <dgm:relIds xmlns:r="http://schemas.openxmlformats.org/officeDocument/2006/relationships" xmlns:dgm="http://schemas.openxmlformats.org/drawingml/2006/diagram" r:dm="R59c4579387c24396" r:lo="R532f685a69db4b7a"/>
          </a:graphicData>
        </a:graphic>
      </p:graphicFrame>
    </p:spTree>
    <p:extLst>
      <p:ext uri="{BB962C8B-B14F-4D97-AF65-F5344CB8AC3E}">
        <p14:creationId xmlns:p14="http://schemas.microsoft.com/office/powerpoint/2010/main" val="1658018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文字方塊 5">
            <a:extLst xmlns:a="http://schemas.openxmlformats.org/drawingml/2006/main">
              <a:ext uri="{FF2B5EF4-FFF2-40B4-BE49-F238E27FC236}">
                <a16:creationId xmlns:a16="http://schemas.microsoft.com/office/drawing/2014/main" id="{86CF0D2D-43E5-4F08-966B-466EEB63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38" y="1012802"/>
            <a:ext cx="3557903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14313" indent="-214313">
              <a:buFont typeface="Wingdings"/>
              <a:buChar char="Ø"/>
            </a:pPr>
            <a:r>
              <a:rPr sz="28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五、事故年齡分析</a:t>
            </a:r>
            <a:endParaRPr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</p:txBody>
      </p:sp>
      <p:graphicFrame>
        <p:nvGraphicFramePr>
          <p:cNvPr id="36" name="表格 18"/>
          <p:cNvGraphicFramePr/>
          <p:nvPr/>
        </p:nvGraphicFramePr>
        <p:xfrm>
          <a:off xmlns:a="http://schemas.openxmlformats.org/drawingml/2006/main" x="194667" y="4561265"/>
          <a:ext xmlns:a="http://schemas.openxmlformats.org/drawingml/2006/main" cx="4114800" cy="314326"/>
        </p:xfrm>
        <a:graphic xmlns:a="http://schemas.openxmlformats.org/drawingml/2006/main"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14350"/>
                <a:gridCol w="514350"/>
                <a:gridCol w="514350"/>
                <a:gridCol w="514350"/>
                <a:gridCol w="514350"/>
                <a:gridCol w="514350"/>
                <a:gridCol w="514350"/>
                <a:gridCol w="514350"/>
              </a:tblGrid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年齡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{{AAG1}}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{{AAG2}}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{{AAG3}}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{{AAG4}}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{{AAG5}}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{{AAG6}}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{{AAG7}}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</a:tr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微軟正黑體"/>
                          <a:ea typeface="微軟正黑體"/>
                          <a:cs typeface="微軟正黑體"/>
                        </a:rPr>
                        <a:t>件數</a:t>
                      </a:r>
                      <a:endParaRPr sz="900" b="0" i="0" u="none">
                        <a:solidFill>
                          <a:srgbClr val="00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{{AN1}}</a:t>
                      </a:r>
                      <a:endParaRPr sz="900" b="0" i="0" u="none">
                        <a:solidFill>
                          <a:srgbClr val="FF0000"/>
                        </a:solidFill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{{AN2}}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{{AN3}}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{{AN4}}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{{AN5}}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{{AN6}}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{{AN7}}</a:t>
                      </a:r>
                    </a:p>
                  </a:txBody>
                  <a:tcPr marL="7144" marR="7144" marT="7144" marB="0" anchor="ctr"/>
                </a:tc>
              </a:tr>
            </a:tbl>
          </a:graphicData>
        </a:graphic>
      </p:graphicFrame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5604CB6-F0CC-4E7E-91D9-234D89B2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963" y="4911434"/>
            <a:ext cx="4889429" cy="8629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57168" indent="-257168">
              <a:lnSpc>
                <a:spcPts val="2025"/>
              </a:lnSpc>
              <a:buFont typeface="Wingdings"/>
              <a:buChar char="p"/>
            </a:pPr>
            <a:r>
              <a:rPr sz="150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年齡：{{AAG1}} {{AN1}}件（{{AP1}}）；{{AAG2}} {{AN2}}件（{{AP2}}）；{{AAG3}} {{AN3}}件（{{AP3}}）。</a:t>
            </a:r>
            <a:endParaRPr sz="1500" b="1">
              <a:solidFill>
                <a:srgbClr val="0000FF"/>
              </a:solidFill>
              <a:latin typeface="微軟正黑體"/>
              <a:ea typeface="微軟正黑體"/>
              <a:cs typeface="微軟正黑體"/>
            </a:endParaRPr>
          </a:p>
        </p:txBody>
      </p:sp>
      <p:pic>
        <p:nvPicPr>
          <p:cNvPr id="38" name="圖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75c859af147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05278" y="1701261"/>
            <a:ext cx="2051480" cy="911041"/>
          </a:xfrm>
          <a:prstGeom xmlns:a="http://schemas.openxmlformats.org/drawingml/2006/main" prst="rect">
            <a:avLst/>
          </a:prstGeom>
        </p:spPr>
      </p:pic>
      <p:sp>
        <p:nvSpPr>
          <p:cNvPr id="24" name="文字方塊 23">
            <a:extLst xmlns:a="http://schemas.openxmlformats.org/drawingml/2006/main">
              <a:ext uri="{FF2B5EF4-FFF2-40B4-BE49-F238E27FC236}">
                <a16:creationId xmlns:a16="http://schemas.microsoft.com/office/drawing/2014/main" id="{166A280E-5646-4DC3-8891-75462EF5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6331" y="1470428"/>
            <a:ext cx="305765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六、事故車種分析</a:t>
            </a:r>
          </a:p>
        </p:txBody>
      </p:sp>
      <p:graphicFrame>
        <p:nvGraphicFramePr>
          <p:cNvPr id="40" name="圖表 24"/>
          <p:cNvGraphicFramePr/>
          <p:nvPr/>
        </p:nvGraphicFramePr>
        <p:xfrm>
          <a:off xmlns:a="http://schemas.openxmlformats.org/drawingml/2006/main" x="5112292" y="2374025"/>
          <a:ext xmlns:a="http://schemas.openxmlformats.org/drawingml/2006/main" cx="3837041" cy="2344403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ac617a72c2417f"/>
          </a:graphicData>
        </a:graphic>
      </p:graphicFrame>
      <p:graphicFrame>
        <p:nvGraphicFramePr>
          <p:cNvPr id="41" name="表格 25"/>
          <p:cNvGraphicFramePr/>
          <p:nvPr/>
        </p:nvGraphicFramePr>
        <p:xfrm>
          <a:off xmlns:a="http://schemas.openxmlformats.org/drawingml/2006/main" x="4907757" y="4561265"/>
          <a:ext xmlns:a="http://schemas.openxmlformats.org/drawingml/2006/main" cx="4114800" cy="31432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4350"/>
                <a:gridCol w="514350"/>
                <a:gridCol w="514350"/>
                <a:gridCol w="514350"/>
                <a:gridCol w="514350"/>
                <a:gridCol w="514350"/>
                <a:gridCol w="514350"/>
                <a:gridCol w="514350"/>
              </a:tblGrid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車種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{{V1}}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{{V2}}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{{V3}}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{{V4}}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{{V5}}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{{V6}}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{{V7}}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71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件數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{{VN1}}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{{VN2}}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{{VN3}}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FF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{{VN4}}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{{VN5}}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{{VN6}}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{{VN7}}</a:t>
                      </a:r>
                    </a:p>
                  </a:txBody>
                  <a:tcPr marL="7144" marR="7144" marT="7144" marB="0" anchor="ctr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7A80EAD-6708-4A9A-9C46-6558C12F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360" y="4914954"/>
            <a:ext cx="4453594" cy="8417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57168" indent="-257168">
              <a:lnSpc>
                <a:spcPts val="1950"/>
              </a:lnSpc>
              <a:buFont typeface="Wingdings"/>
              <a:buChar char="p"/>
            </a:pPr>
            <a:r>
              <a:rPr sz="1500" b="1">
                <a:solidFill>
                  <a:srgbClr val="0000FF"/>
                </a:solidFill>
                <a:latin typeface="微軟正黑體"/>
                <a:ea typeface="微軟正黑體"/>
                <a:cs typeface="微軟正黑體"/>
              </a:rPr>
              <a:t>車種：{{V1}} {{VN1}}件（{{VP1}}）；{{V2}} {{VN2}}件（{{VP2}}）；{{V3}} {{VN3}}件（{{VP3}}）。</a:t>
            </a:r>
            <a:endParaRPr sz="1500" b="1">
              <a:solidFill>
                <a:srgbClr val="0000FF"/>
              </a:solidFill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 xmlns:a="http://schemas.openxmlformats.org/drawingml/2006/main">
              <a:ext uri="{FF2B5EF4-FFF2-40B4-BE49-F238E27FC236}">
                <a16:creationId xmlns:a16="http://schemas.microsoft.com/office/drawing/2014/main" id="{AA5B3DC4-9534-3D4C-7F19-082C7E16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890" y="2427038"/>
            <a:ext cx="66440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{{AN1}}</a:t>
            </a:r>
            <a:endParaRPr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" name="文字方塊 2">
            <a:extLst xmlns:a="http://schemas.openxmlformats.org/drawingml/2006/main">
              <a:ext uri="{FF2B5EF4-FFF2-40B4-BE49-F238E27FC236}">
                <a16:creationId xmlns:a16="http://schemas.microsoft.com/office/drawing/2014/main" id="{0FE30652-B2F2-F5FE-C622-3ED41BA4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890" y="2773287"/>
            <a:ext cx="66440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{{AN2}}</a:t>
            </a:r>
            <a:endParaRPr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 xmlns:a="http://schemas.openxmlformats.org/drawingml/2006/main">
              <a:ext uri="{FF2B5EF4-FFF2-40B4-BE49-F238E27FC236}">
                <a16:creationId xmlns:a16="http://schemas.microsoft.com/office/drawing/2014/main" id="{0DB17133-011F-1777-682B-46F71C50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135" y="3097621"/>
            <a:ext cx="66440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{{AN3}}</a:t>
            </a:r>
            <a:endParaRPr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5" name="文字方塊 4">
            <a:extLst xmlns:a="http://schemas.openxmlformats.org/drawingml/2006/main">
              <a:ext uri="{FF2B5EF4-FFF2-40B4-BE49-F238E27FC236}">
                <a16:creationId xmlns:a16="http://schemas.microsoft.com/office/drawing/2014/main" id="{69544208-C3B1-8C88-5B57-00A1CBCB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8511" y="3738194"/>
            <a:ext cx="66440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{{AN4}}</a:t>
            </a:r>
            <a:endParaRPr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78EA3DE9-9D18-A795-0399-7B495598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6135" y="3412576"/>
            <a:ext cx="66440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{{AN5}}</a:t>
            </a:r>
            <a:endParaRPr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6" name="文字方塊 15">
            <a:extLst xmlns:a="http://schemas.openxmlformats.org/drawingml/2006/main">
              <a:ext uri="{FF2B5EF4-FFF2-40B4-BE49-F238E27FC236}">
                <a16:creationId xmlns:a16="http://schemas.microsoft.com/office/drawing/2014/main" id="{DD6E48EB-F493-AFD6-AB65-C3663FB8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047" y="4005219"/>
            <a:ext cx="66440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{{AN6}}</a:t>
            </a:r>
            <a:endParaRPr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7" name="文字方塊 16">
            <a:extLst xmlns:a="http://schemas.openxmlformats.org/drawingml/2006/main">
              <a:ext uri="{FF2B5EF4-FFF2-40B4-BE49-F238E27FC236}">
                <a16:creationId xmlns:a16="http://schemas.microsoft.com/office/drawing/2014/main" id="{B5727C54-0D9F-5425-C346-BA1C089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331" y="4267525"/>
            <a:ext cx="664405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{{AN7}}</a:t>
            </a:r>
            <a:endParaRPr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7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5F3CB0EB-E707-F259-07F1-9A571CF1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823" y="5770582"/>
            <a:ext cx="1600200" cy="195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51" name="資料庫圖表 7"/>
          <p:cNvGraphicFramePr/>
          <p:nvPr/>
        </p:nvGraphicFramePr>
        <p:xfrm>
          <a:off xmlns:a="http://schemas.openxmlformats.org/drawingml/2006/main" x="17892" y="233271"/>
          <a:ext xmlns:a="http://schemas.openxmlformats.org/drawingml/2006/main" cx="8946596" cy="414795"/>
        </p:xfrm>
        <a:graphic xmlns:a="http://schemas.openxmlformats.org/drawingml/2006/main">
          <a:graphicData uri="http://schemas.openxmlformats.org/drawingml/2006/diagram">
            <dgm:relIds xmlns:r="http://schemas.openxmlformats.org/officeDocument/2006/relationships" xmlns:dgm="http://schemas.openxmlformats.org/drawingml/2006/diagram" r:dm="R9e33a70966104275" r:lo="Rdde570ae8dc44ab2"/>
          </a:graphicData>
        </a:graphic>
      </p:graphicFrame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128302" y="2176463"/>
          <a:ext xmlns:a="http://schemas.openxmlformats.org/drawingml/2006/main" cx="3996976" cy="2450306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885887b0c84850"/>
          </a:graphicData>
        </a:graphic>
      </p:graphicFrame>
    </p:spTree>
    <p:extLst>
      <p:ext uri="{BB962C8B-B14F-4D97-AF65-F5344CB8AC3E}">
        <p14:creationId xmlns:p14="http://schemas.microsoft.com/office/powerpoint/2010/main" val="16686673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圖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8260d9e9541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892" y="1819476"/>
            <a:ext cx="4656052" cy="4141801"/>
          </a:xfrm>
          <a:prstGeom xmlns:a="http://schemas.openxmlformats.org/drawingml/2006/main" prst="rect">
            <a:avLst/>
          </a:prstGeom>
        </p:spPr>
      </p:pic>
      <p:sp>
        <p:nvSpPr>
          <p:cNvPr id="11" name="文字方塊 10">
            <a:extLst xmlns:a="http://schemas.openxmlformats.org/drawingml/2006/main">
              <a:ext uri="{FF2B5EF4-FFF2-40B4-BE49-F238E27FC236}">
                <a16:creationId xmlns:a16="http://schemas.microsoft.com/office/drawing/2014/main" id="{57B93F83-A2CE-4098-8C14-DBA12D97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26" y="985250"/>
            <a:ext cx="3485472" cy="461665"/>
          </a:xfrm>
          <a:prstGeom xmlns:a="http://schemas.openxmlformats.org/drawingml/2006/main" prst="rect">
            <a:avLst/>
          </a:prstGeom>
          <a:noFill xmlns:a="http://schemas.openxmlformats.org/drawingml/2006/main"/>
          <a:effectLst xmlns:a="http://schemas.openxmlformats.org/drawingml/2006/main"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14313" indent="-214313">
              <a:buFont typeface="Wingdings"/>
              <a:buChar char="Ø"/>
            </a:pP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七、</a:t>
            </a: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A1</a:t>
            </a:r>
            <a:r>
              <a:rPr sz="240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事故案件明細</a:t>
            </a:r>
          </a:p>
        </p:txBody>
      </p:sp>
      <p:graphicFrame>
        <p:nvGraphicFramePr>
          <p:cNvPr id="42" name="表格 12"/>
          <p:cNvGraphicFramePr/>
          <p:nvPr/>
        </p:nvGraphicFramePr>
        <p:xfrm>
          <a:off xmlns:a="http://schemas.openxmlformats.org/drawingml/2006/main" x="4818771" y="2019215"/>
          <a:ext xmlns:a="http://schemas.openxmlformats.org/drawingml/2006/main" cx="4185806" cy="3842395"/>
        </p:xfrm>
        <a:graphic xmlns:a="http://schemas.openxmlformats.org/drawingml/2006/main">
          <a:graphicData uri="http://schemas.openxmlformats.org/drawingml/2006/table">
            <a:tbl>
              <a:tblPr>
                <a:effectLst>
                  <a:innerShdw blurRad="63500" dist="50800" dir="16200000">
                    <a:prstClr val="black">
                      <a:alpha val="50000"/>
                    </a:prstClr>
                  </a:innerShdw>
                </a:effectLst>
                <a:tableStyleId>{BC89EF96-8CEA-46FF-86C4-4CE0E7609802}</a:tableStyleId>
              </a:tblPr>
              <a:tblGrid>
                <a:gridCol w="275233"/>
                <a:gridCol w="566003"/>
                <a:gridCol w="727364"/>
                <a:gridCol w="1055075"/>
                <a:gridCol w="518548"/>
                <a:gridCol w="518548"/>
                <a:gridCol w="525035"/>
              </a:tblGrid>
              <a:tr h="357188">
                <a:tc grid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00" u="none">
                          <a:latin typeface="標楷體"/>
                          <a:ea typeface="標楷體"/>
                          <a:cs typeface="標楷體"/>
                        </a:rPr>
                        <a:t>板橋分局轄內{{YEAR}}年度A1事故明細</a:t>
                      </a:r>
                      <a:endParaRPr sz="1300" b="1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  <a:endParaRPr/>
                    </a:p>
                  </a:txBody>
                  <a:tcPr marL="91440" marR="91440" marT="45720" marB="45720"/>
                </a:tc>
                <a:tc hMerge="1">
                  <a:txBody>
                    <a:bodyPr/>
                    <a:lstStyle/>
                    <a:p>
                      <a:r>
                        <a:t/>
                      </a:r>
                      <a:endParaRPr/>
                    </a:p>
                  </a:txBody>
                  <a:tcPr marL="91440" marR="91440" marT="45720" marB="45720"/>
                </a:tc>
              </a:tr>
              <a:tr h="3704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編號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時間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地點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肇因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車種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死亡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備註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26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1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{{A1T}}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{{A1L}}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{{A1C}}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{{A1V}}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{{A1F}}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{{A1N}}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</a:tr>
              <a:tr h="426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2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{{A2T}}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{{A2L}}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{{A2C}}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{{A2V}}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{{A2F}}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{{A2N}}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26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3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{{A3T}}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{{A3L}}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{{A3C}}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{{A3V}}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{{A3F}}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{{A3N}}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</a:tr>
              <a:tr h="426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4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{{A4T}}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{{A4L}}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{{A4C}}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{{A4V}}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{{A4F}}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{{A4N}}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26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5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{{A5T}}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{{A5L}}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{{A5C}}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{{A5V}}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{{A5F}}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{{A5N}}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</a:tr>
              <a:tr h="426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6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chemeClr val="tx1"/>
                          </a:solidFill>
                          <a:latin typeface="標楷體"/>
                          <a:ea typeface="標楷體"/>
                          <a:cs typeface="標楷體"/>
                        </a:rPr>
                        <a:t>{{A6T}}</a:t>
                      </a:r>
                      <a:endParaRPr sz="900" b="0" i="0" u="none">
                        <a:solidFill>
                          <a:schemeClr val="tx1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{{A6L}}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{{A6C}}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{{A6V}}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{{A6F}}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{{A6N}}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557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7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b="0" i="0" u="none">
                          <a:solidFill>
                            <a:schemeClr val="tx1"/>
                          </a:solidFill>
                          <a:latin typeface="標楷體"/>
                          <a:ea typeface="標楷體"/>
                          <a:cs typeface="標楷體"/>
                        </a:rPr>
                        <a:t>{{A7T}}</a:t>
                      </a:r>
                      <a:endParaRPr sz="900" b="0" i="0" u="none">
                        <a:solidFill>
                          <a:schemeClr val="tx1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chemeClr val="tx1"/>
                          </a:solidFill>
                          <a:latin typeface="標楷體"/>
                          <a:ea typeface="標楷體"/>
                          <a:cs typeface="標楷體"/>
                        </a:rPr>
                        <a:t>{{A7L}}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{{A7C}}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b="0" i="0" u="none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{{A7V}}</a:t>
                      </a: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{{A7F}}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900" u="none">
                          <a:latin typeface="標楷體"/>
                          <a:ea typeface="標楷體"/>
                          <a:cs typeface="標楷體"/>
                        </a:rPr>
                        <a:t>{{A7N}}</a:t>
                      </a:r>
                      <a:endParaRPr sz="900" b="0" i="0" u="none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7144" marR="7144" marT="7144" marB="0" anchor="ctr"/>
                </a:tc>
              </a:tr>
            </a:tbl>
          </a:graphicData>
        </a:graphic>
      </p:graphicFrame>
      <p:pic>
        <p:nvPicPr>
          <p:cNvPr id="43" name="圖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cfcc7804d40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27446" y="2132817"/>
            <a:ext cx="347073" cy="38516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0070C0"/>
            </a:solidFill>
          </a:ln>
        </p:spPr>
      </p:pic>
      <p:pic>
        <p:nvPicPr>
          <p:cNvPr id="44" name="圖片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cfcc7804d40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08801" y="5204292"/>
            <a:ext cx="317211" cy="412125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0070C0"/>
            </a:solidFill>
          </a:ln>
        </p:spPr>
      </p:pic>
      <p:sp>
        <p:nvSpPr>
          <p:cNvPr id="32" name="矩形: 圓角 31">
            <a:extLst xmlns:a="http://schemas.openxmlformats.org/drawingml/2006/main">
              <a:ext uri="{FF2B5EF4-FFF2-40B4-BE49-F238E27FC236}">
                <a16:creationId xmlns:a16="http://schemas.microsoft.com/office/drawing/2014/main" id="{31186E4C-B061-47D7-B3C1-02529227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2373" y="1759279"/>
            <a:ext cx="1246076" cy="259937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>
              <a:lumMod val="40000"/>
              <a:lumOff val="60000"/>
            </a:schemeClr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{{a1_map_title}}</a:t>
            </a:r>
          </a:p>
        </p:txBody>
      </p:sp>
      <p:sp>
        <p:nvSpPr>
          <p:cNvPr id="12" name="橢圓 11">
            <a:extLst xmlns:a="http://schemas.openxmlformats.org/drawingml/2006/main">
              <a:ext uri="{FF2B5EF4-FFF2-40B4-BE49-F238E27FC236}">
                <a16:creationId xmlns:a16="http://schemas.microsoft.com/office/drawing/2014/main" id="{004A195B-9BF2-3565-558A-CC04EA34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095431" y="4306686"/>
            <a:ext cx="128588" cy="1285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14" name="橢圓 13">
            <a:extLst xmlns:a="http://schemas.openxmlformats.org/drawingml/2006/main">
              <a:ext uri="{FF2B5EF4-FFF2-40B4-BE49-F238E27FC236}">
                <a16:creationId xmlns:a16="http://schemas.microsoft.com/office/drawing/2014/main" id="{3421A279-92BB-2BA3-3E8F-C37B3D85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91" y="4424766"/>
            <a:ext cx="128588" cy="1615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17" name="橢圓 16">
            <a:extLst xmlns:a="http://schemas.openxmlformats.org/drawingml/2006/main">
              <a:ext uri="{FF2B5EF4-FFF2-40B4-BE49-F238E27FC236}">
                <a16:creationId xmlns:a16="http://schemas.microsoft.com/office/drawing/2014/main" id="{00823C7B-DB35-F11B-CFB9-D12A3E4B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0" y="5417652"/>
            <a:ext cx="155854" cy="13334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18" name="橢圓 17">
            <a:extLst xmlns:a="http://schemas.openxmlformats.org/drawingml/2006/main">
              <a:ext uri="{FF2B5EF4-FFF2-40B4-BE49-F238E27FC236}">
                <a16:creationId xmlns:a16="http://schemas.microsoft.com/office/drawing/2014/main" id="{F36C3CBA-D56C-66BC-0723-89F9BAB0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148" y="2284662"/>
            <a:ext cx="158910" cy="136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19" name="橢圓 18">
            <a:extLst xmlns:a="http://schemas.openxmlformats.org/drawingml/2006/main">
              <a:ext uri="{FF2B5EF4-FFF2-40B4-BE49-F238E27FC236}">
                <a16:creationId xmlns:a16="http://schemas.microsoft.com/office/drawing/2014/main" id="{1AA3BCDA-BE64-480F-6CE3-45B4C281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431" y="2140879"/>
            <a:ext cx="153273" cy="1437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22" name="橢圓 21">
            <a:extLst xmlns:a="http://schemas.openxmlformats.org/drawingml/2006/main">
              <a:ext uri="{FF2B5EF4-FFF2-40B4-BE49-F238E27FC236}">
                <a16:creationId xmlns:a16="http://schemas.microsoft.com/office/drawing/2014/main" id="{32EEB7E3-09D6-27D2-4D42-8C34046C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623" y="4797066"/>
            <a:ext cx="158910" cy="136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23" name="橢圓 22">
            <a:extLst xmlns:a="http://schemas.openxmlformats.org/drawingml/2006/main">
              <a:ext uri="{FF2B5EF4-FFF2-40B4-BE49-F238E27FC236}">
                <a16:creationId xmlns:a16="http://schemas.microsoft.com/office/drawing/2014/main" id="{34FCAA28-2BC1-2B26-8032-B8734B5F6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012" y="3459523"/>
            <a:ext cx="158910" cy="136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24" name="語音泡泡: 矩形 23">
            <a:extLst xmlns:a="http://schemas.openxmlformats.org/drawingml/2006/main">
              <a:ext uri="{FF2B5EF4-FFF2-40B4-BE49-F238E27FC236}">
                <a16:creationId xmlns:a16="http://schemas.microsoft.com/office/drawing/2014/main" id="{7430CB52-6DF4-C933-3762-12FFEF6A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383" y="3696863"/>
            <a:ext cx="879698" cy="330239"/>
          </a:xfrm>
          <a:prstGeom xmlns:a="http://schemas.openxmlformats.org/drawingml/2006/main" prst="wedgeRectCallout">
            <a:avLst>
              <a:gd name="adj1" fmla="val -24584"/>
              <a:gd name="adj2" fmla="val 170660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0000"/>
                </a:solidFill>
              </a:rPr>
              <a:t>{{A6L}}</a:t>
            </a:r>
          </a:p>
        </p:txBody>
      </p:sp>
      <p:sp>
        <p:nvSpPr>
          <p:cNvPr id="25" name="語音泡泡: 矩形 24">
            <a:extLst xmlns:a="http://schemas.openxmlformats.org/drawingml/2006/main">
              <a:ext uri="{FF2B5EF4-FFF2-40B4-BE49-F238E27FC236}">
                <a16:creationId xmlns:a16="http://schemas.microsoft.com/office/drawing/2014/main" id="{EA0C475B-5E45-3151-0600-F0D32718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437" y="5329672"/>
            <a:ext cx="837755" cy="330239"/>
          </a:xfrm>
          <a:prstGeom xmlns:a="http://schemas.openxmlformats.org/drawingml/2006/main" prst="wedgeRectCallout">
            <a:avLst>
              <a:gd name="adj1" fmla="val -74291"/>
              <a:gd name="adj2" fmla="val -233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0000"/>
                </a:solidFill>
                <a:latin typeface="標楷體"/>
                <a:ea typeface="標楷體"/>
                <a:cs typeface="標楷體"/>
              </a:rPr>
              <a:t>{{A2L}}</a:t>
            </a:r>
          </a:p>
        </p:txBody>
      </p:sp>
      <p:sp>
        <p:nvSpPr>
          <p:cNvPr id="26" name="語音泡泡: 矩形 25">
            <a:extLst xmlns:a="http://schemas.openxmlformats.org/drawingml/2006/main">
              <a:ext uri="{FF2B5EF4-FFF2-40B4-BE49-F238E27FC236}">
                <a16:creationId xmlns:a16="http://schemas.microsoft.com/office/drawing/2014/main" id="{6B9A92A2-91D4-B51A-009D-1F55C880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228" y="4603330"/>
            <a:ext cx="1155637" cy="330239"/>
          </a:xfrm>
          <a:prstGeom xmlns:a="http://schemas.openxmlformats.org/drawingml/2006/main" prst="wedgeRectCallout">
            <a:avLst>
              <a:gd name="adj1" fmla="val -72416"/>
              <a:gd name="adj2" fmla="val 25725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0000"/>
                </a:solidFill>
              </a:rPr>
              <a:t>{{A4L}}</a:t>
            </a:r>
          </a:p>
        </p:txBody>
      </p:sp>
      <p:sp>
        <p:nvSpPr>
          <p:cNvPr id="27" name="語音泡泡: 矩形 26">
            <a:extLst xmlns:a="http://schemas.openxmlformats.org/drawingml/2006/main">
              <a:ext uri="{FF2B5EF4-FFF2-40B4-BE49-F238E27FC236}">
                <a16:creationId xmlns:a16="http://schemas.microsoft.com/office/drawing/2014/main" id="{EE78CDDC-3D02-A673-23D4-F1FDC1D1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316" y="2670757"/>
            <a:ext cx="1063262" cy="335282"/>
          </a:xfrm>
          <a:prstGeom xmlns:a="http://schemas.openxmlformats.org/drawingml/2006/main" prst="wedgeRectCallout">
            <a:avLst>
              <a:gd name="adj1" fmla="val 37188"/>
              <a:gd name="adj2" fmla="val 192288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0000"/>
                </a:solidFill>
              </a:rPr>
              <a:t>{{A3L}}</a:t>
            </a:r>
          </a:p>
        </p:txBody>
      </p:sp>
      <p:sp>
        <p:nvSpPr>
          <p:cNvPr id="28" name="語音泡泡: 矩形 27">
            <a:extLst xmlns:a="http://schemas.openxmlformats.org/drawingml/2006/main">
              <a:ext uri="{FF2B5EF4-FFF2-40B4-BE49-F238E27FC236}">
                <a16:creationId xmlns:a16="http://schemas.microsoft.com/office/drawing/2014/main" id="{71BDBC7D-F6D4-22B2-999D-CCC93761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369" y="4768449"/>
            <a:ext cx="934632" cy="201986"/>
          </a:xfrm>
          <a:prstGeom xmlns:a="http://schemas.openxmlformats.org/drawingml/2006/main" prst="wedgeRectCallout">
            <a:avLst>
              <a:gd name="adj1" fmla="val -4182"/>
              <a:gd name="adj2" fmla="val -199799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0000"/>
                </a:solidFill>
              </a:rPr>
              <a:t>{{A1L}}</a:t>
            </a:r>
          </a:p>
        </p:txBody>
      </p:sp>
      <p:sp>
        <p:nvSpPr>
          <p:cNvPr id="29" name="語音泡泡: 矩形 28">
            <a:extLst xmlns:a="http://schemas.openxmlformats.org/drawingml/2006/main">
              <a:ext uri="{FF2B5EF4-FFF2-40B4-BE49-F238E27FC236}">
                <a16:creationId xmlns:a16="http://schemas.microsoft.com/office/drawing/2014/main" id="{BFA952CE-AFA6-34E0-301B-0D2FD9BB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91" y="2801044"/>
            <a:ext cx="904055" cy="409991"/>
          </a:xfrm>
          <a:prstGeom xmlns:a="http://schemas.openxmlformats.org/drawingml/2006/main" prst="wedgeRectCallout">
            <a:avLst>
              <a:gd name="adj1" fmla="val -9578"/>
              <a:gd name="adj2" fmla="val -181943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0000"/>
                </a:solidFill>
              </a:rPr>
              <a:t>{{A7L}}</a:t>
            </a:r>
            <a:endParaRPr sz="900" b="1">
              <a:solidFill>
                <a:srgbClr val="FF0000"/>
              </a:solidFill>
            </a:endParaRPr>
          </a:p>
        </p:txBody>
      </p:sp>
      <p:sp>
        <p:nvSpPr>
          <p:cNvPr id="30" name="語音泡泡: 矩形 29">
            <a:extLst xmlns:a="http://schemas.openxmlformats.org/drawingml/2006/main">
              <a:ext uri="{FF2B5EF4-FFF2-40B4-BE49-F238E27FC236}">
                <a16:creationId xmlns:a16="http://schemas.microsoft.com/office/drawing/2014/main" id="{75B257AC-6377-0733-ACF9-A131646C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5242" y="2687523"/>
            <a:ext cx="761694" cy="330239"/>
          </a:xfrm>
          <a:prstGeom xmlns:a="http://schemas.openxmlformats.org/drawingml/2006/main" prst="wedgeRectCallout">
            <a:avLst>
              <a:gd name="adj1" fmla="val 11055"/>
              <a:gd name="adj2" fmla="val -117046"/>
            </a:avLst>
          </a:prstGeom>
          <a:solidFill xmlns:a="http://schemas.openxmlformats.org/drawingml/2006/main">
            <a:schemeClr val="accent1">
              <a:lumMod val="20000"/>
              <a:lumOff val="8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0000"/>
                </a:solidFill>
              </a:rPr>
              <a:t>{{A5L}}</a:t>
            </a:r>
          </a:p>
        </p:txBody>
      </p:sp>
      <p:pic>
        <p:nvPicPr>
          <p:cNvPr id="60" name="圖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cfcc7804d40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673" y="4160346"/>
            <a:ext cx="347073" cy="38516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0070C0"/>
            </a:solidFill>
          </a:ln>
        </p:spPr>
      </p:pic>
      <p:pic>
        <p:nvPicPr>
          <p:cNvPr id="61" name="圖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7cfcc7804d40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00573" y="3311703"/>
            <a:ext cx="347073" cy="38516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0070C0"/>
            </a:solidFill>
          </a:ln>
        </p:spPr>
      </p:pic>
      <p:sp>
        <p:nvSpPr>
          <p:cNvPr id="4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CDBD48A3-DE8B-ABC1-4F78-F6176550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306" y="5766014"/>
            <a:ext cx="1600200" cy="195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63" name="資料庫圖表 4"/>
          <p:cNvGraphicFramePr/>
          <p:nvPr/>
        </p:nvGraphicFramePr>
        <p:xfrm>
          <a:off xmlns:a="http://schemas.openxmlformats.org/drawingml/2006/main" x="17892" y="233271"/>
          <a:ext xmlns:a="http://schemas.openxmlformats.org/drawingml/2006/main" cx="8946596" cy="414795"/>
        </p:xfrm>
        <a:graphic xmlns:a="http://schemas.openxmlformats.org/drawingml/2006/main">
          <a:graphicData uri="http://schemas.openxmlformats.org/drawingml/2006/diagram">
            <dgm:relIds xmlns:r="http://schemas.openxmlformats.org/officeDocument/2006/relationships" xmlns:dgm="http://schemas.openxmlformats.org/drawingml/2006/diagram" r:dm="R9aa78d841c4e48c5" r:lo="Re193bc8823d44590"/>
          </a:graphicData>
        </a:graphic>
      </p:graphicFrame>
    </p:spTree>
    <p:extLst>
      <p:ext uri="{BB962C8B-B14F-4D97-AF65-F5344CB8AC3E}">
        <p14:creationId xmlns:p14="http://schemas.microsoft.com/office/powerpoint/2010/main" val="39461592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32CE3D4-5DC6-4CCD-9378-C0EC848C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43086"/>
            <a:ext cx="3707367" cy="41452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pic>
        <p:nvPicPr>
          <p:cNvPr id="43" name="圖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125dd2fcf4a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77671" y="1843088"/>
            <a:ext cx="5366329" cy="4086485"/>
          </a:xfrm>
          <a:prstGeom xmlns:a="http://schemas.openxmlformats.org/drawingml/2006/main" prst="rect">
            <a:avLst/>
          </a:prstGeom>
        </p:spPr>
      </p:pic>
      <p:sp>
        <p:nvSpPr>
          <p:cNvPr id="8" name="橢圓 7">
            <a:extLst xmlns:a="http://schemas.openxmlformats.org/drawingml/2006/main">
              <a:ext uri="{FF2B5EF4-FFF2-40B4-BE49-F238E27FC236}">
                <a16:creationId xmlns:a16="http://schemas.microsoft.com/office/drawing/2014/main" id="{0271E137-2805-474C-AA18-3B9A4C39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170" y="3938016"/>
            <a:ext cx="216024" cy="208838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1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2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1</a:t>
            </a:r>
            <a:endParaRPr sz="12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橢圓 8">
            <a:extLst xmlns:a="http://schemas.openxmlformats.org/drawingml/2006/main">
              <a:ext uri="{FF2B5EF4-FFF2-40B4-BE49-F238E27FC236}">
                <a16:creationId xmlns:a16="http://schemas.microsoft.com/office/drawing/2014/main" id="{BCCF1F08-D00A-49EB-9455-9664A684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878" y="3739063"/>
            <a:ext cx="216024" cy="208838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1">
            <a:schemeClr val="accent5"/>
          </a:lnRef>
          <a:fillRef xmlns:a="http://schemas.openxmlformats.org/drawingml/2006/main" idx="3">
            <a:schemeClr val="accent5"/>
          </a:fillRef>
          <a:effectRef xmlns:a="http://schemas.openxmlformats.org/drawingml/2006/main" idx="2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2</a:t>
            </a:r>
            <a:endParaRPr sz="12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6" name="表格 15"/>
          <p:cNvGraphicFramePr/>
          <p:nvPr/>
        </p:nvGraphicFramePr>
        <p:xfrm>
          <a:off xmlns:a="http://schemas.openxmlformats.org/drawingml/2006/main" x="6416699" y="2803927"/>
          <a:ext xmlns:a="http://schemas.openxmlformats.org/drawingml/2006/main" cx="875912" cy="71875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560"/>
                <a:gridCol w="713352"/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板橋所</a:t>
                      </a:r>
                    </a:p>
                  </a:txBody>
                  <a:tcPr marL="68580" marR="68580" marT="34290" marB="34290" anchor="ctr"/>
                </a:tc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  <a:endParaRPr sz="800" b="1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板城路</a:t>
                      </a:r>
                    </a:p>
                  </a:txBody>
                  <a:tcPr marL="68580" marR="68580" marT="34290" marB="34290"/>
                </a:tc>
              </a:tr>
              <a:tr h="2158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  <a:endParaRPr sz="800" b="1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縣民大道</a:t>
                      </a: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17" name="橢圓 16">
            <a:extLst xmlns:a="http://schemas.openxmlformats.org/drawingml/2006/main">
              <a:ext uri="{FF2B5EF4-FFF2-40B4-BE49-F238E27FC236}">
                <a16:creationId xmlns:a16="http://schemas.microsoft.com/office/drawing/2014/main" id="{9F5F73A0-C3D8-4DDB-8BCC-5632A133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066" y="3678359"/>
            <a:ext cx="216024" cy="208838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1">
            <a:schemeClr val="dk1"/>
          </a:lnRef>
          <a:fillRef xmlns:a="http://schemas.openxmlformats.org/drawingml/2006/main" idx="3">
            <a:schemeClr val="dk1"/>
          </a:fillRef>
          <a:effectRef xmlns:a="http://schemas.openxmlformats.org/drawingml/2006/main" idx="2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1</a:t>
            </a:r>
            <a:endParaRPr sz="12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橢圓 19">
            <a:extLst xmlns:a="http://schemas.openxmlformats.org/drawingml/2006/main">
              <a:ext uri="{FF2B5EF4-FFF2-40B4-BE49-F238E27FC236}">
                <a16:creationId xmlns:a16="http://schemas.microsoft.com/office/drawing/2014/main" id="{A1BC5C3E-BD67-4110-A801-EA5807F3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014" y="4379603"/>
            <a:ext cx="216024" cy="208838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3">
            <a:schemeClr val="accent3"/>
          </a:fillRef>
          <a:effectRef xmlns:a="http://schemas.openxmlformats.org/drawingml/2006/main" idx="2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1</a:t>
            </a:r>
            <a:endParaRPr sz="12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橢圓 20">
            <a:extLst xmlns:a="http://schemas.openxmlformats.org/drawingml/2006/main">
              <a:ext uri="{FF2B5EF4-FFF2-40B4-BE49-F238E27FC236}">
                <a16:creationId xmlns:a16="http://schemas.microsoft.com/office/drawing/2014/main" id="{6F2E2641-F912-4B8E-82C6-54708381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9408" y="4729899"/>
            <a:ext cx="216024" cy="208838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3">
            <a:schemeClr val="accent3"/>
          </a:fillRef>
          <a:effectRef xmlns:a="http://schemas.openxmlformats.org/drawingml/2006/main" idx="2">
            <a:schemeClr val="accent3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2</a:t>
            </a:r>
            <a:endParaRPr sz="12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0" name="表格 22"/>
          <p:cNvGraphicFramePr/>
          <p:nvPr/>
        </p:nvGraphicFramePr>
        <p:xfrm>
          <a:off xmlns:a="http://schemas.openxmlformats.org/drawingml/2006/main" x="7801538" y="4588441"/>
          <a:ext xmlns:a="http://schemas.openxmlformats.org/drawingml/2006/main" cx="979245" cy="72361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2560"/>
                <a:gridCol w="816685"/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信義所</a:t>
                      </a:r>
                    </a:p>
                  </a:txBody>
                  <a:tcPr marL="68580" marR="68580" marT="34290" marB="34290" anchor="ctr"/>
                </a:tc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  <a:endParaRPr sz="800" b="1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四川路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段</a:t>
                      </a:r>
                    </a:p>
                  </a:txBody>
                  <a:tcPr marL="68580" marR="68580" marT="34290" marB="34290"/>
                </a:tc>
              </a:tr>
              <a:tr h="2206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  <a:endParaRPr sz="800" b="1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廣權路</a:t>
                      </a:r>
                      <a:endParaRPr sz="800" b="1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24" name="橢圓 23">
            <a:extLst xmlns:a="http://schemas.openxmlformats.org/drawingml/2006/main">
              <a:ext uri="{FF2B5EF4-FFF2-40B4-BE49-F238E27FC236}">
                <a16:creationId xmlns:a16="http://schemas.microsoft.com/office/drawing/2014/main" id="{2DBA013D-52E9-4CD1-9239-EB98EE6A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263" y="4207600"/>
            <a:ext cx="216024" cy="208838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1">
            <a:schemeClr val="accent6"/>
          </a:lnRef>
          <a:fillRef xmlns:a="http://schemas.openxmlformats.org/drawingml/2006/main" idx="3">
            <a:schemeClr val="accent6"/>
          </a:fillRef>
          <a:effectRef xmlns:a="http://schemas.openxmlformats.org/drawingml/2006/main" idx="2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1</a:t>
            </a:r>
            <a:endParaRPr sz="12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橢圓 24">
            <a:extLst xmlns:a="http://schemas.openxmlformats.org/drawingml/2006/main">
              <a:ext uri="{FF2B5EF4-FFF2-40B4-BE49-F238E27FC236}">
                <a16:creationId xmlns:a16="http://schemas.microsoft.com/office/drawing/2014/main" id="{815AA6E8-B4F8-4B0E-A48D-82B2F581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729" y="4416437"/>
            <a:ext cx="216024" cy="208838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1">
            <a:schemeClr val="accent6"/>
          </a:lnRef>
          <a:fillRef xmlns:a="http://schemas.openxmlformats.org/drawingml/2006/main" idx="3">
            <a:schemeClr val="accent6"/>
          </a:fillRef>
          <a:effectRef xmlns:a="http://schemas.openxmlformats.org/drawingml/2006/main" idx="2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2</a:t>
            </a:r>
            <a:endParaRPr sz="12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橢圓 25">
            <a:extLst xmlns:a="http://schemas.openxmlformats.org/drawingml/2006/main">
              <a:ext uri="{FF2B5EF4-FFF2-40B4-BE49-F238E27FC236}">
                <a16:creationId xmlns:a16="http://schemas.microsoft.com/office/drawing/2014/main" id="{5F979789-1E6F-4DA2-9AE1-78BBFAE7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761" y="4424300"/>
            <a:ext cx="216024" cy="208838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1">
            <a:schemeClr val="accent6"/>
          </a:lnRef>
          <a:fillRef xmlns:a="http://schemas.openxmlformats.org/drawingml/2006/main" idx="3">
            <a:schemeClr val="accent6"/>
          </a:fillRef>
          <a:effectRef xmlns:a="http://schemas.openxmlformats.org/drawingml/2006/main" idx="2">
            <a:schemeClr val="accent6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3</a:t>
            </a:r>
            <a:endParaRPr sz="12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4" name="表格 26"/>
          <p:cNvGraphicFramePr/>
          <p:nvPr/>
        </p:nvGraphicFramePr>
        <p:xfrm>
          <a:off xmlns:a="http://schemas.openxmlformats.org/drawingml/2006/main" x="5442596" y="4761505"/>
          <a:ext xmlns:a="http://schemas.openxmlformats.org/drawingml/2006/main" cx="1146705" cy="883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560"/>
                <a:gridCol w="984145"/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大觀所</a:t>
                      </a:r>
                    </a:p>
                  </a:txBody>
                  <a:tcPr marL="68580" marR="68580" marT="34290" marB="34290" anchor="ctr"/>
                </a:tc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  <a:endParaRPr sz="800" b="1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大觀路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、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段</a:t>
                      </a:r>
                    </a:p>
                  </a:txBody>
                  <a:tcPr marL="68580" marR="68580" marT="34290" marB="34290"/>
                </a:tc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  <a:endParaRPr sz="800" b="1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板城路</a:t>
                      </a:r>
                    </a:p>
                  </a:txBody>
                  <a:tcPr marL="68580" marR="68580" marT="34290" marB="34290"/>
                </a:tc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  <a:endParaRPr sz="800" b="1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環河西路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段</a:t>
                      </a: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28" name="橢圓 27">
            <a:extLst xmlns:a="http://schemas.openxmlformats.org/drawingml/2006/main">
              <a:ext uri="{FF2B5EF4-FFF2-40B4-BE49-F238E27FC236}">
                <a16:creationId xmlns:a16="http://schemas.microsoft.com/office/drawing/2014/main" id="{54828985-F09A-47A2-88E9-FEB5E3B3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0366" y="4118386"/>
            <a:ext cx="216024" cy="208838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3">
            <a:schemeClr val="accent2"/>
          </a:fillRef>
          <a:effectRef xmlns:a="http://schemas.openxmlformats.org/drawingml/2006/main" idx="2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1</a:t>
            </a:r>
            <a:endParaRPr sz="12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橢圓 28">
            <a:extLst xmlns:a="http://schemas.openxmlformats.org/drawingml/2006/main">
              <a:ext uri="{FF2B5EF4-FFF2-40B4-BE49-F238E27FC236}">
                <a16:creationId xmlns:a16="http://schemas.microsoft.com/office/drawing/2014/main" id="{8D45D53F-EFE2-4A26-BA6B-3B0A36A7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7838" y="3740819"/>
            <a:ext cx="239553" cy="237629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3">
            <a:schemeClr val="accent2"/>
          </a:fillRef>
          <a:effectRef xmlns:a="http://schemas.openxmlformats.org/drawingml/2006/main" idx="2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2</a:t>
            </a:r>
            <a:endParaRPr sz="12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橢圓 29">
            <a:extLst xmlns:a="http://schemas.openxmlformats.org/drawingml/2006/main">
              <a:ext uri="{FF2B5EF4-FFF2-40B4-BE49-F238E27FC236}">
                <a16:creationId xmlns:a16="http://schemas.microsoft.com/office/drawing/2014/main" id="{F7D04030-8517-4DA6-AECB-1F4BD964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8874" y="4258995"/>
            <a:ext cx="216024" cy="208838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3">
            <a:schemeClr val="accent2"/>
          </a:fillRef>
          <a:effectRef xmlns:a="http://schemas.openxmlformats.org/drawingml/2006/main" idx="2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3</a:t>
            </a:r>
            <a:endParaRPr sz="12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58" name="表格 30"/>
          <p:cNvGraphicFramePr/>
          <p:nvPr/>
        </p:nvGraphicFramePr>
        <p:xfrm>
          <a:off xmlns:a="http://schemas.openxmlformats.org/drawingml/2006/main" x="4203400" y="3112409"/>
          <a:ext xmlns:a="http://schemas.openxmlformats.org/drawingml/2006/main" cx="1125337" cy="8839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"/>
                <a:gridCol w="962777"/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沙崙所</a:t>
                      </a:r>
                    </a:p>
                  </a:txBody>
                  <a:tcPr marL="68580" marR="68580" marT="34290" marB="34290" anchor="ctr"/>
                </a:tc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  <a:endParaRPr sz="800" b="1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篤行路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段</a:t>
                      </a:r>
                    </a:p>
                  </a:txBody>
                  <a:tcPr marL="68580" marR="68580" marT="34290" marB="34290"/>
                </a:tc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  <a:endParaRPr sz="800" b="1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環漢路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4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段</a:t>
                      </a:r>
                    </a:p>
                  </a:txBody>
                  <a:tcPr marL="68580" marR="68580" marT="34290" marB="34290"/>
                </a:tc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  <a:endParaRPr sz="800" b="1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21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號越堤道</a:t>
                      </a: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5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F04EC529-BDFA-7544-A0C8-91C081B9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652" y="7012781"/>
            <a:ext cx="1600200" cy="195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文字方塊 3">
            <a:extLst xmlns:a="http://schemas.openxmlformats.org/drawingml/2006/main">
              <a:ext uri="{FF2B5EF4-FFF2-40B4-BE49-F238E27FC236}">
                <a16:creationId xmlns:a16="http://schemas.microsoft.com/office/drawing/2014/main" id="{28546A86-C4A6-5F83-7134-998148F9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360" y="2039389"/>
            <a:ext cx="3630403" cy="37394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14313" indent="-214313" algn="ctr">
              <a:buFont typeface="Wingdings"/>
              <a:buChar char="Ø"/>
            </a:pPr>
            <a:r>
              <a:rPr sz="21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八、交通大執法專案</a:t>
            </a:r>
            <a:endParaRPr sz="21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r>
              <a:rPr sz="135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一、日程：{{EPERIOD}}</a:t>
            </a:r>
            <a:endParaRPr sz="135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r>
              <a:t/>
            </a:r>
            <a:endParaRPr sz="135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r>
              <a:rPr sz="135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二、勤務方式：</a:t>
            </a:r>
          </a:p>
          <a:p xmlns:a="http://schemas.openxmlformats.org/drawingml/2006/main">
            <a:r>
              <a:rPr sz="135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　（一）各所、隊於{{HOTSPOT}}編排勤務，加強取締超速。</a:t>
            </a:r>
            <a:endParaRPr sz="135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r>
              <a:t/>
            </a:r>
            <a:endParaRPr sz="135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r>
              <a:rPr sz="135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　（二）加強取締A1事故路段：{{FOCUS1}}、{{FOCUS2}}。</a:t>
            </a:r>
            <a:endParaRPr sz="135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endParaRPr>
          </a:p>
          <a:p xmlns:a="http://schemas.openxmlformats.org/drawingml/2006/main">
            <a:r>
              <a:rPr sz="135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/>
            </a:r>
          </a:p>
          <a:p xmlns:a="http://schemas.openxmlformats.org/drawingml/2006/main">
            <a:r>
              <a:rPr sz="135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/>
                <a:ea typeface="微軟正黑體"/>
                <a:cs typeface="微軟正黑體"/>
              </a:rPr>
              <a:t>四、獎勵規定：每執行超速取締勤務達{{AHOURS}}小時，且總取締件數不低於{{ACOUNT}}件者，核予嘉獎一次，以嘉獎{{ALIMIT}}次為上限。</a:t>
            </a:r>
            <a:endParaRPr sz="135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7" name="橢圓 6">
            <a:extLst xmlns:a="http://schemas.openxmlformats.org/drawingml/2006/main">
              <a:ext uri="{FF2B5EF4-FFF2-40B4-BE49-F238E27FC236}">
                <a16:creationId xmlns:a16="http://schemas.microsoft.com/office/drawing/2014/main" id="{406EC0B9-333D-D06D-41A3-14755F1E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1160" flipH="1" flipV="1">
            <a:off x="7533119" y="2533547"/>
            <a:ext cx="52414" cy="1917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>
              <a:lumMod val="7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glow rad="101600">
              <a:schemeClr val="accent2">
                <a:satMod val="175000"/>
                <a:alpha val="40000"/>
              </a:schemeClr>
            </a:glo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>
              <a:solidFill>
                <a:srgbClr val="FF0000"/>
              </a:solidFill>
            </a:endParaRPr>
          </a:p>
        </p:txBody>
      </p:sp>
      <p:sp>
        <p:nvSpPr>
          <p:cNvPr id="18" name="橢圓 17">
            <a:extLst xmlns:a="http://schemas.openxmlformats.org/drawingml/2006/main">
              <a:ext uri="{FF2B5EF4-FFF2-40B4-BE49-F238E27FC236}">
                <a16:creationId xmlns:a16="http://schemas.microsoft.com/office/drawing/2014/main" id="{E8F474F8-16B0-43DF-AF29-A58F0EE1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160" y="3357263"/>
            <a:ext cx="216024" cy="170157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1">
            <a:schemeClr val="dk1"/>
          </a:lnRef>
          <a:fillRef xmlns:a="http://schemas.openxmlformats.org/drawingml/2006/main" idx="3">
            <a:schemeClr val="dk1"/>
          </a:fillRef>
          <a:effectRef xmlns:a="http://schemas.openxmlformats.org/drawingml/2006/main" idx="2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>
                <a:solidFill>
                  <a:prstClr val="white"/>
                </a:solidFill>
                <a:latin typeface="Calibri"/>
                <a:ea typeface="Calibri"/>
                <a:cs typeface="Calibri"/>
              </a:rPr>
              <a:t>2</a:t>
            </a:r>
            <a:endParaRPr sz="1200">
              <a:solidFill>
                <a:prstClr val="white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63" name="表格 12"/>
          <p:cNvGraphicFramePr/>
          <p:nvPr/>
        </p:nvGraphicFramePr>
        <p:xfrm>
          <a:off xmlns:a="http://schemas.openxmlformats.org/drawingml/2006/main" x="7917451" y="3585966"/>
          <a:ext xmlns:a="http://schemas.openxmlformats.org/drawingml/2006/main" cx="1078267" cy="75240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5793"/>
                <a:gridCol w="822474"/>
              </a:tblGrid>
              <a:tr h="3086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編號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00" b="1">
                          <a:latin typeface="微軟正黑體"/>
                          <a:ea typeface="微軟正黑體"/>
                          <a:cs typeface="微軟正黑體"/>
                        </a:rPr>
                        <a:t>後埔所</a:t>
                      </a:r>
                    </a:p>
                  </a:txBody>
                  <a:tcPr marL="68580" marR="68580" marT="34290" marB="34290" anchor="ctr"/>
                </a:tc>
              </a:tr>
              <a:tr h="1885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  <a:endParaRPr sz="800" b="1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四川路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段</a:t>
                      </a:r>
                    </a:p>
                  </a:txBody>
                  <a:tcPr marL="68580" marR="68580" marT="34290" marB="34290"/>
                </a:tc>
              </a:tr>
              <a:tr h="24948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  <a:endParaRPr sz="800" b="1">
                        <a:latin typeface="微軟正黑體"/>
                        <a:ea typeface="微軟正黑體"/>
                        <a:cs typeface="微軟正黑體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6858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800" b="1">
                          <a:latin typeface="微軟正黑體"/>
                          <a:ea typeface="微軟正黑體"/>
                          <a:cs typeface="微軟正黑體"/>
                        </a:rPr>
                        <a:t>重慶路</a:t>
                      </a:r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10" name="語音泡泡: 圓角矩形 9">
            <a:extLst xmlns:a="http://schemas.openxmlformats.org/drawingml/2006/main">
              <a:ext uri="{FF2B5EF4-FFF2-40B4-BE49-F238E27FC236}">
                <a16:creationId xmlns:a16="http://schemas.microsoft.com/office/drawing/2014/main" id="{B7E972A2-BAD5-6D6B-466F-A4764861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685" y="2255007"/>
            <a:ext cx="888600" cy="379051"/>
          </a:xfrm>
          <a:prstGeom xmlns:a="http://schemas.openxmlformats.org/drawingml/2006/main" prst="wedgeRoundRectCallout">
            <a:avLst>
              <a:gd name="adj1" fmla="val 70"/>
              <a:gd name="adj2" fmla="val 179371"/>
              <a:gd name="adj3" fmla="val 16667"/>
            </a:avLst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</a:rPr>
              <a:t>板橋、分隊加強取締違規</a:t>
            </a:r>
          </a:p>
        </p:txBody>
      </p:sp>
      <p:sp>
        <p:nvSpPr>
          <p:cNvPr id="12" name="文字方塊 11">
            <a:extLst xmlns:a="http://schemas.openxmlformats.org/drawingml/2006/main">
              <a:ext uri="{FF2B5EF4-FFF2-40B4-BE49-F238E27FC236}">
                <a16:creationId xmlns:a16="http://schemas.microsoft.com/office/drawing/2014/main" id="{B3327651-CDFD-9DB2-AAEE-F49A122A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294" y="3104972"/>
            <a:ext cx="894174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{{FOCUS1}}</a:t>
            </a:r>
            <a:endParaRPr sz="135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14" name="文字方塊 13">
            <a:extLst xmlns:a="http://schemas.openxmlformats.org/drawingml/2006/main">
              <a:ext uri="{FF2B5EF4-FFF2-40B4-BE49-F238E27FC236}">
                <a16:creationId xmlns:a16="http://schemas.microsoft.com/office/drawing/2014/main" id="{C9A96995-535B-134F-C920-EEEA0123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7157" y="3006491"/>
            <a:ext cx="89417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微軟正黑體"/>
                <a:ea typeface="微軟正黑體"/>
                <a:cs typeface="微軟正黑體"/>
              </a:rPr>
              <a:t>{{FOCUS2}}</a:t>
            </a:r>
            <a:endParaRPr sz="120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/>
              <a:ea typeface="微軟正黑體"/>
              <a:cs typeface="微軟正黑體"/>
            </a:endParaRPr>
          </a:p>
        </p:txBody>
      </p:sp>
      <p:sp>
        <p:nvSpPr>
          <p:cNvPr id="32" name="語音泡泡: 圓角矩形 31">
            <a:extLst xmlns:a="http://schemas.openxmlformats.org/drawingml/2006/main">
              <a:ext uri="{FF2B5EF4-FFF2-40B4-BE49-F238E27FC236}">
                <a16:creationId xmlns:a16="http://schemas.microsoft.com/office/drawing/2014/main" id="{BE073914-8D5D-1442-408C-0B15BDA6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226" y="2314570"/>
            <a:ext cx="888600" cy="379051"/>
          </a:xfrm>
          <a:prstGeom xmlns:a="http://schemas.openxmlformats.org/drawingml/2006/main" prst="wedgeRoundRectCallout">
            <a:avLst>
              <a:gd name="adj1" fmla="val -16009"/>
              <a:gd name="adj2" fmla="val 136024"/>
              <a:gd name="adj3" fmla="val 16667"/>
            </a:avLst>
          </a:prstGeom>
          <a:solidFill xmlns:a="http://schemas.openxmlformats.org/drawingml/2006/main">
            <a:schemeClr val="tx2">
              <a:lumMod val="20000"/>
              <a:lumOff val="8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</a:rPr>
              <a:t>沙崙、分隊加強取締違規</a:t>
            </a:r>
          </a:p>
        </p:txBody>
      </p:sp>
      <p:sp>
        <p:nvSpPr>
          <p:cNvPr id="34" name="箭號: 向右 33">
            <a:extLst xmlns:a="http://schemas.openxmlformats.org/drawingml/2006/main">
              <a:ext uri="{FF2B5EF4-FFF2-40B4-BE49-F238E27FC236}">
                <a16:creationId xmlns:a16="http://schemas.microsoft.com/office/drawing/2014/main" id="{880A3AD6-19C8-BCF4-481C-4351C571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330" y="2988842"/>
            <a:ext cx="416337" cy="325559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00"/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350"/>
          </a:p>
        </p:txBody>
      </p:sp>
      <p:sp>
        <p:nvSpPr>
          <p:cNvPr id="2" name="投影片編號版面配置區 3">
            <a:extLst xmlns:a="http://schemas.openxmlformats.org/drawingml/2006/main">
              <a:ext uri="{FF2B5EF4-FFF2-40B4-BE49-F238E27FC236}">
                <a16:creationId xmlns:a16="http://schemas.microsoft.com/office/drawing/2014/main" id="{ACF25322-5ECE-4DC3-34DF-B23AC971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190" y="5793077"/>
            <a:ext cx="1600200" cy="1952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 defTabSz="685800">
              <a:buNone/>
            </a:pPr>
            <a:fld id="{3B96FD27-7B10-4C46-990F-21DF12786565}" type="slidenum">
              <a:rPr sz="1050">
                <a:solidFill>
                  <a:srgbClr val="000000"/>
                </a:solidFill>
                <a:latin typeface="Arial"/>
                <a:ea typeface="Arial"/>
                <a:cs typeface="Arial"/>
              </a:rPr>
              <a:t>7</a:t>
            </a:fld>
            <a:endParaRPr sz="105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70" name="資料庫圖表 2"/>
          <p:cNvGraphicFramePr/>
          <p:nvPr/>
        </p:nvGraphicFramePr>
        <p:xfrm>
          <a:off xmlns:a="http://schemas.openxmlformats.org/drawingml/2006/main" x="17892" y="233271"/>
          <a:ext xmlns:a="http://schemas.openxmlformats.org/drawingml/2006/main" cx="8946596" cy="414795"/>
        </p:xfrm>
        <a:graphic xmlns:a="http://schemas.openxmlformats.org/drawingml/2006/main">
          <a:graphicData uri="http://schemas.openxmlformats.org/drawingml/2006/diagram">
            <dgm:relIds xmlns:r="http://schemas.openxmlformats.org/officeDocument/2006/relationships" xmlns:dgm="http://schemas.openxmlformats.org/drawingml/2006/diagram" r:dm="Rd3ea0d09a50c4132" r:lo="Rbbcbdcff44b9431f"/>
          </a:graphicData>
        </a:graphic>
      </p:graphicFrame>
    </p:spTree>
    <p:extLst>
      <p:ext uri="{BB962C8B-B14F-4D97-AF65-F5344CB8AC3E}">
        <p14:creationId xmlns:p14="http://schemas.microsoft.com/office/powerpoint/2010/main" val="3728387201"/>
      </p:ext>
    </p:extLst>
  </p:cSld>
</p:sld>
</file>

<file path=ppt/theme/theme1.xml><?xml version="1.0" encoding="utf-8"?>
<a:theme xmlns:a="http://schemas.openxmlformats.org/drawingml/2006/main" name="1_簡報範本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簡報範本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2026-08-10T06:00:17.2520000Z</dcterms:created>
  <dcterms:modified xsi:type="dcterms:W3CDTF">2026-08-10T06:00:17.2520000Z</dcterms:modified>
</coreProperties>
</file>